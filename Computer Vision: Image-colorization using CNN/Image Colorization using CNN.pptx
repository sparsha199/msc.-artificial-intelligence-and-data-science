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/>
  <p:notesSz cx="6858000" cy="9144000"/>
  <p:embeddedFontLst>
    <p:embeddedFont>
      <p:font typeface="Red Hat Mono Medium"/>
      <p:regular r:id="rId23"/>
    </p:embeddedFont>
    <p:embeddedFont>
      <p:font typeface="Red Hat Mono" panose="02010509040201060303"/>
      <p:regular r:id="rId24"/>
    </p:embeddedFont>
    <p:embeddedFont>
      <p:font typeface="Fira Sans" panose="020B0503050000020004"/>
      <p:regular r:id="rId25"/>
    </p:embeddedFont>
    <p:embeddedFont>
      <p:font typeface="Lato" panose="020F0502020204030203"/>
      <p:regular r:id="rId26"/>
    </p:embeddedFont>
    <p:embeddedFont>
      <p:font typeface="DM Sans"/>
      <p:regular r:id="rId27"/>
    </p:embeddedFont>
    <p:embeddedFont>
      <p:font typeface="Fira Sans Medium"/>
      <p:regular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font" Target="fonts/font6.fntdata"/><Relationship Id="rId27" Type="http://schemas.openxmlformats.org/officeDocument/2006/relationships/font" Target="fonts/font5.fntdata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4dfce81f19_0_4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4dfce81f19_0_4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e8ba0a9cf7_0_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2e8ba0a9cf7_0_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54dda1946d_6_32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54dda1946d_6_3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2dd406dbf98_0_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2dd406dbf98_0_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e8ba0a9cf7_0_1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2e8ba0a9cf7_0_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e8ba0a9cf7_0_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2e8ba0a9cf7_0_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e8ba0a9cf7_0_2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2e8ba0a9cf7_0_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2e8ba0a9cf7_0_3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2e8ba0a9cf7_0_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2e9f5b5e101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2e9f5b5e101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2e9f5b5e101_0_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2e9f5b5e101_0_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2e8ba0a9cf7_0_4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2e8ba0a9cf7_0_4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2ea230d5c24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2ea230d5c24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2e8ba0a9cf7_0_3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2e8ba0a9cf7_0_3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2ea508c20e7_1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2ea508c20e7_1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2e8ba0a9cf7_0_4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2e8ba0a9cf7_0_4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2ea508c20e7_0_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2ea508c20e7_0_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4" Type="http://schemas.openxmlformats.org/officeDocument/2006/relationships/hyperlink" Target="http://bit.ly/2TtBDfr" TargetMode="External"/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bg>
      <p:bgPr>
        <a:solidFill>
          <a:schemeClr val="lt1"/>
        </a:solidFill>
        <a:effectLst/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593125" y="-1155100"/>
            <a:ext cx="10401225" cy="8098750"/>
            <a:chOff x="-593125" y="-1155100"/>
            <a:chExt cx="10401225" cy="8098750"/>
          </a:xfrm>
        </p:grpSpPr>
        <p:sp>
          <p:nvSpPr>
            <p:cNvPr id="10" name="Google Shape;10;p2"/>
            <p:cNvSpPr/>
            <p:nvPr/>
          </p:nvSpPr>
          <p:spPr>
            <a:xfrm rot="5400000">
              <a:off x="-1717075" y="-31150"/>
              <a:ext cx="4371900" cy="212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 rot="5400000">
              <a:off x="6560150" y="3695700"/>
              <a:ext cx="4371900" cy="212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</p:grpSp>
      <p:sp>
        <p:nvSpPr>
          <p:cNvPr id="12" name="Google Shape;12;p2"/>
          <p:cNvSpPr/>
          <p:nvPr/>
        </p:nvSpPr>
        <p:spPr>
          <a:xfrm>
            <a:off x="321000" y="321000"/>
            <a:ext cx="8502000" cy="4501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3" name="Google Shape;13;p2"/>
          <p:cNvSpPr txBox="1"/>
          <p:nvPr>
            <p:ph type="ctrTitle"/>
          </p:nvPr>
        </p:nvSpPr>
        <p:spPr>
          <a:xfrm>
            <a:off x="713225" y="1379325"/>
            <a:ext cx="5357100" cy="288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latin typeface="Red Hat Mono Medium"/>
                <a:ea typeface="Red Hat Mono Medium"/>
                <a:cs typeface="Red Hat Mono Medium"/>
                <a:sym typeface="Red Hat Mono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type="subTitle" idx="1"/>
          </p:nvPr>
        </p:nvSpPr>
        <p:spPr>
          <a:xfrm>
            <a:off x="6301375" y="3531597"/>
            <a:ext cx="2060100" cy="6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5" name="Google Shape;15;p2"/>
          <p:cNvGrpSpPr/>
          <p:nvPr/>
        </p:nvGrpSpPr>
        <p:grpSpPr>
          <a:xfrm>
            <a:off x="571950" y="426950"/>
            <a:ext cx="8000100" cy="4064088"/>
            <a:chOff x="571950" y="426950"/>
            <a:chExt cx="8000100" cy="4064088"/>
          </a:xfrm>
        </p:grpSpPr>
        <p:grpSp>
          <p:nvGrpSpPr>
            <p:cNvPr id="16" name="Google Shape;16;p2"/>
            <p:cNvGrpSpPr/>
            <p:nvPr/>
          </p:nvGrpSpPr>
          <p:grpSpPr>
            <a:xfrm>
              <a:off x="7795650" y="426950"/>
              <a:ext cx="751350" cy="160500"/>
              <a:chOff x="7481600" y="464825"/>
              <a:chExt cx="751350" cy="160500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7481600" y="464825"/>
                <a:ext cx="160500" cy="160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7777025" y="464825"/>
                <a:ext cx="160500" cy="160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8072450" y="464825"/>
                <a:ext cx="160500" cy="16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</p:grpSp>
        <p:grpSp>
          <p:nvGrpSpPr>
            <p:cNvPr id="20" name="Google Shape;20;p2"/>
            <p:cNvGrpSpPr/>
            <p:nvPr/>
          </p:nvGrpSpPr>
          <p:grpSpPr>
            <a:xfrm>
              <a:off x="571950" y="652463"/>
              <a:ext cx="8000100" cy="3838575"/>
              <a:chOff x="571950" y="652463"/>
              <a:chExt cx="8000100" cy="3838575"/>
            </a:xfrm>
          </p:grpSpPr>
          <p:cxnSp>
            <p:nvCxnSpPr>
              <p:cNvPr id="21" name="Google Shape;21;p2"/>
              <p:cNvCxnSpPr/>
              <p:nvPr/>
            </p:nvCxnSpPr>
            <p:spPr>
              <a:xfrm>
                <a:off x="571950" y="652463"/>
                <a:ext cx="8000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" name="Google Shape;22;p2"/>
              <p:cNvCxnSpPr/>
              <p:nvPr/>
            </p:nvCxnSpPr>
            <p:spPr>
              <a:xfrm>
                <a:off x="571950" y="4491038"/>
                <a:ext cx="8000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pic>
        <p:nvPicPr>
          <p:cNvPr id="23" name="Google Shape;23;p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07075" y="664000"/>
            <a:ext cx="8036725" cy="3857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"/>
          <p:cNvGrpSpPr/>
          <p:nvPr/>
        </p:nvGrpSpPr>
        <p:grpSpPr>
          <a:xfrm>
            <a:off x="-301000" y="-434350"/>
            <a:ext cx="7220000" cy="5152500"/>
            <a:chOff x="-217200" y="0"/>
            <a:chExt cx="7220000" cy="5152500"/>
          </a:xfrm>
        </p:grpSpPr>
        <p:sp>
          <p:nvSpPr>
            <p:cNvPr id="26" name="Google Shape;26;p3"/>
            <p:cNvSpPr/>
            <p:nvPr/>
          </p:nvSpPr>
          <p:spPr>
            <a:xfrm rot="5400000">
              <a:off x="-1541850" y="1324650"/>
              <a:ext cx="5152500" cy="2503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sp>
          <p:nvSpPr>
            <p:cNvPr id="27" name="Google Shape;27;p3"/>
            <p:cNvSpPr/>
            <p:nvPr/>
          </p:nvSpPr>
          <p:spPr>
            <a:xfrm rot="5400000">
              <a:off x="3174950" y="1324650"/>
              <a:ext cx="5152500" cy="2503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</p:grpSp>
      <p:sp>
        <p:nvSpPr>
          <p:cNvPr id="28" name="Google Shape;28;p3"/>
          <p:cNvSpPr/>
          <p:nvPr/>
        </p:nvSpPr>
        <p:spPr>
          <a:xfrm>
            <a:off x="321000" y="321000"/>
            <a:ext cx="8502000" cy="4501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9" name="Google Shape;29;p3"/>
          <p:cNvSpPr txBox="1"/>
          <p:nvPr>
            <p:ph type="title"/>
          </p:nvPr>
        </p:nvSpPr>
        <p:spPr>
          <a:xfrm>
            <a:off x="2911800" y="2955500"/>
            <a:ext cx="49725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0" name="Google Shape;30;p3"/>
          <p:cNvSpPr txBox="1"/>
          <p:nvPr>
            <p:ph type="title" idx="2" hasCustomPrompt="1"/>
          </p:nvPr>
        </p:nvSpPr>
        <p:spPr>
          <a:xfrm>
            <a:off x="1259700" y="1487150"/>
            <a:ext cx="1652100" cy="744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latin typeface="Red Hat Mono Medium"/>
                <a:ea typeface="Red Hat Mono Medium"/>
                <a:cs typeface="Red Hat Mono Medium"/>
                <a:sym typeface="Red Hat Mono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" name="Google Shape;31;p3"/>
          <p:cNvSpPr txBox="1"/>
          <p:nvPr>
            <p:ph type="subTitle" idx="1"/>
          </p:nvPr>
        </p:nvSpPr>
        <p:spPr>
          <a:xfrm>
            <a:off x="2911800" y="3947000"/>
            <a:ext cx="49725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32" name="Google Shape;32;p3"/>
          <p:cNvGrpSpPr/>
          <p:nvPr/>
        </p:nvGrpSpPr>
        <p:grpSpPr>
          <a:xfrm>
            <a:off x="571950" y="426950"/>
            <a:ext cx="8000100" cy="225513"/>
            <a:chOff x="571950" y="426950"/>
            <a:chExt cx="8000100" cy="225513"/>
          </a:xfrm>
        </p:grpSpPr>
        <p:cxnSp>
          <p:nvCxnSpPr>
            <p:cNvPr id="33" name="Google Shape;33;p3"/>
            <p:cNvCxnSpPr/>
            <p:nvPr/>
          </p:nvCxnSpPr>
          <p:spPr>
            <a:xfrm>
              <a:off x="571950" y="652463"/>
              <a:ext cx="8000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4" name="Google Shape;34;p3"/>
            <p:cNvGrpSpPr/>
            <p:nvPr/>
          </p:nvGrpSpPr>
          <p:grpSpPr>
            <a:xfrm>
              <a:off x="7795650" y="426950"/>
              <a:ext cx="751350" cy="160500"/>
              <a:chOff x="7481600" y="464825"/>
              <a:chExt cx="751350" cy="160500"/>
            </a:xfrm>
          </p:grpSpPr>
          <p:sp>
            <p:nvSpPr>
              <p:cNvPr id="35" name="Google Shape;35;p3"/>
              <p:cNvSpPr/>
              <p:nvPr/>
            </p:nvSpPr>
            <p:spPr>
              <a:xfrm>
                <a:off x="7481600" y="464825"/>
                <a:ext cx="160500" cy="160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>
                <a:off x="7777025" y="464825"/>
                <a:ext cx="160500" cy="160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37" name="Google Shape;37;p3"/>
              <p:cNvSpPr/>
              <p:nvPr/>
            </p:nvSpPr>
            <p:spPr>
              <a:xfrm>
                <a:off x="8072450" y="464825"/>
                <a:ext cx="160500" cy="16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/>
          <p:nvPr/>
        </p:nvSpPr>
        <p:spPr>
          <a:xfrm>
            <a:off x="321000" y="321000"/>
            <a:ext cx="8502000" cy="4501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40" name="Google Shape;40;p4"/>
          <p:cNvSpPr txBox="1"/>
          <p:nvPr>
            <p:ph type="title"/>
          </p:nvPr>
        </p:nvSpPr>
        <p:spPr>
          <a:xfrm>
            <a:off x="720000" y="6524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type="body" idx="1"/>
          </p:nvPr>
        </p:nvSpPr>
        <p:spPr>
          <a:xfrm>
            <a:off x="720000" y="1342063"/>
            <a:ext cx="7704000" cy="12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42" name="Google Shape;42;p4"/>
          <p:cNvGrpSpPr/>
          <p:nvPr/>
        </p:nvGrpSpPr>
        <p:grpSpPr>
          <a:xfrm>
            <a:off x="571950" y="426950"/>
            <a:ext cx="8000100" cy="225513"/>
            <a:chOff x="571950" y="426950"/>
            <a:chExt cx="8000100" cy="225513"/>
          </a:xfrm>
        </p:grpSpPr>
        <p:cxnSp>
          <p:nvCxnSpPr>
            <p:cNvPr id="43" name="Google Shape;43;p4"/>
            <p:cNvCxnSpPr/>
            <p:nvPr/>
          </p:nvCxnSpPr>
          <p:spPr>
            <a:xfrm>
              <a:off x="571950" y="652463"/>
              <a:ext cx="8000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4" name="Google Shape;44;p4"/>
            <p:cNvGrpSpPr/>
            <p:nvPr/>
          </p:nvGrpSpPr>
          <p:grpSpPr>
            <a:xfrm>
              <a:off x="7795650" y="426950"/>
              <a:ext cx="751350" cy="160500"/>
              <a:chOff x="7481600" y="464825"/>
              <a:chExt cx="751350" cy="160500"/>
            </a:xfrm>
          </p:grpSpPr>
          <p:sp>
            <p:nvSpPr>
              <p:cNvPr id="45" name="Google Shape;45;p4"/>
              <p:cNvSpPr/>
              <p:nvPr/>
            </p:nvSpPr>
            <p:spPr>
              <a:xfrm>
                <a:off x="7481600" y="464825"/>
                <a:ext cx="160500" cy="160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46" name="Google Shape;46;p4"/>
              <p:cNvSpPr/>
              <p:nvPr/>
            </p:nvSpPr>
            <p:spPr>
              <a:xfrm>
                <a:off x="7777025" y="464825"/>
                <a:ext cx="160500" cy="160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8072450" y="464825"/>
                <a:ext cx="160500" cy="16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-353350" y="227050"/>
            <a:ext cx="9850700" cy="4707175"/>
            <a:chOff x="-353350" y="227050"/>
            <a:chExt cx="9850700" cy="4707175"/>
          </a:xfrm>
        </p:grpSpPr>
        <p:grpSp>
          <p:nvGrpSpPr>
            <p:cNvPr id="50" name="Google Shape;50;p5"/>
            <p:cNvGrpSpPr/>
            <p:nvPr/>
          </p:nvGrpSpPr>
          <p:grpSpPr>
            <a:xfrm>
              <a:off x="-353350" y="2810225"/>
              <a:ext cx="9850700" cy="2124000"/>
              <a:chOff x="-353350" y="3747500"/>
              <a:chExt cx="9850700" cy="2124000"/>
            </a:xfrm>
          </p:grpSpPr>
          <p:sp>
            <p:nvSpPr>
              <p:cNvPr id="51" name="Google Shape;51;p5"/>
              <p:cNvSpPr/>
              <p:nvPr/>
            </p:nvSpPr>
            <p:spPr>
              <a:xfrm rot="10800000">
                <a:off x="-353350" y="3747500"/>
                <a:ext cx="4371900" cy="2124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52" name="Google Shape;52;p5"/>
              <p:cNvSpPr/>
              <p:nvPr/>
            </p:nvSpPr>
            <p:spPr>
              <a:xfrm rot="10800000">
                <a:off x="5125450" y="3747500"/>
                <a:ext cx="4371900" cy="2124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</p:grpSp>
        <p:grpSp>
          <p:nvGrpSpPr>
            <p:cNvPr id="53" name="Google Shape;53;p5"/>
            <p:cNvGrpSpPr/>
            <p:nvPr/>
          </p:nvGrpSpPr>
          <p:grpSpPr>
            <a:xfrm>
              <a:off x="-353350" y="227050"/>
              <a:ext cx="9850700" cy="2124000"/>
              <a:chOff x="-353350" y="3747500"/>
              <a:chExt cx="9850700" cy="2124000"/>
            </a:xfrm>
          </p:grpSpPr>
          <p:sp>
            <p:nvSpPr>
              <p:cNvPr id="54" name="Google Shape;54;p5"/>
              <p:cNvSpPr/>
              <p:nvPr/>
            </p:nvSpPr>
            <p:spPr>
              <a:xfrm rot="10800000">
                <a:off x="-353350" y="3747500"/>
                <a:ext cx="4371900" cy="2124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55" name="Google Shape;55;p5"/>
              <p:cNvSpPr/>
              <p:nvPr/>
            </p:nvSpPr>
            <p:spPr>
              <a:xfrm rot="10800000">
                <a:off x="5125450" y="3747500"/>
                <a:ext cx="4371900" cy="2124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</p:grpSp>
      </p:grpSp>
      <p:sp>
        <p:nvSpPr>
          <p:cNvPr id="56" name="Google Shape;56;p5"/>
          <p:cNvSpPr/>
          <p:nvPr/>
        </p:nvSpPr>
        <p:spPr>
          <a:xfrm>
            <a:off x="321000" y="321000"/>
            <a:ext cx="8502000" cy="4501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57" name="Google Shape;57;p5"/>
          <p:cNvSpPr txBox="1"/>
          <p:nvPr>
            <p:ph type="title"/>
          </p:nvPr>
        </p:nvSpPr>
        <p:spPr>
          <a:xfrm>
            <a:off x="720000" y="652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5"/>
          <p:cNvSpPr txBox="1"/>
          <p:nvPr>
            <p:ph type="subTitle" idx="1"/>
          </p:nvPr>
        </p:nvSpPr>
        <p:spPr>
          <a:xfrm>
            <a:off x="5023407" y="3654600"/>
            <a:ext cx="29787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"/>
          <p:cNvSpPr txBox="1"/>
          <p:nvPr>
            <p:ph type="subTitle" idx="2"/>
          </p:nvPr>
        </p:nvSpPr>
        <p:spPr>
          <a:xfrm>
            <a:off x="1141908" y="3654600"/>
            <a:ext cx="29787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"/>
          <p:cNvSpPr txBox="1"/>
          <p:nvPr>
            <p:ph type="subTitle" idx="3"/>
          </p:nvPr>
        </p:nvSpPr>
        <p:spPr>
          <a:xfrm>
            <a:off x="5023407" y="3273600"/>
            <a:ext cx="29787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200">
                <a:solidFill>
                  <a:schemeClr val="lt2"/>
                </a:solidFill>
                <a:latin typeface="Red Hat Mono Medium"/>
                <a:ea typeface="Red Hat Mono Medium"/>
                <a:cs typeface="Red Hat Mono Medium"/>
                <a:sym typeface="Red Hat Mono Mediu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9pPr>
          </a:lstStyle>
          <a:p/>
        </p:txBody>
      </p:sp>
      <p:sp>
        <p:nvSpPr>
          <p:cNvPr id="61" name="Google Shape;61;p5"/>
          <p:cNvSpPr txBox="1"/>
          <p:nvPr>
            <p:ph type="subTitle" idx="4"/>
          </p:nvPr>
        </p:nvSpPr>
        <p:spPr>
          <a:xfrm>
            <a:off x="1141908" y="3273600"/>
            <a:ext cx="29787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200">
                <a:solidFill>
                  <a:schemeClr val="lt2"/>
                </a:solidFill>
                <a:latin typeface="Red Hat Mono Medium"/>
                <a:ea typeface="Red Hat Mono Medium"/>
                <a:cs typeface="Red Hat Mono Medium"/>
                <a:sym typeface="Red Hat Mono Mediu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9pPr>
          </a:lstStyle>
          <a:p/>
        </p:txBody>
      </p:sp>
      <p:grpSp>
        <p:nvGrpSpPr>
          <p:cNvPr id="62" name="Google Shape;62;p5"/>
          <p:cNvGrpSpPr/>
          <p:nvPr/>
        </p:nvGrpSpPr>
        <p:grpSpPr>
          <a:xfrm>
            <a:off x="571950" y="426950"/>
            <a:ext cx="8000100" cy="4064088"/>
            <a:chOff x="571950" y="426950"/>
            <a:chExt cx="8000100" cy="4064088"/>
          </a:xfrm>
        </p:grpSpPr>
        <p:grpSp>
          <p:nvGrpSpPr>
            <p:cNvPr id="63" name="Google Shape;63;p5"/>
            <p:cNvGrpSpPr/>
            <p:nvPr/>
          </p:nvGrpSpPr>
          <p:grpSpPr>
            <a:xfrm>
              <a:off x="7795650" y="426950"/>
              <a:ext cx="751350" cy="160500"/>
              <a:chOff x="7481600" y="464825"/>
              <a:chExt cx="751350" cy="160500"/>
            </a:xfrm>
          </p:grpSpPr>
          <p:sp>
            <p:nvSpPr>
              <p:cNvPr id="64" name="Google Shape;64;p5"/>
              <p:cNvSpPr/>
              <p:nvPr/>
            </p:nvSpPr>
            <p:spPr>
              <a:xfrm>
                <a:off x="7481600" y="464825"/>
                <a:ext cx="160500" cy="160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65" name="Google Shape;65;p5"/>
              <p:cNvSpPr/>
              <p:nvPr/>
            </p:nvSpPr>
            <p:spPr>
              <a:xfrm>
                <a:off x="7777025" y="464825"/>
                <a:ext cx="160500" cy="160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>
                <a:off x="8072450" y="464825"/>
                <a:ext cx="160500" cy="16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</p:grpSp>
        <p:grpSp>
          <p:nvGrpSpPr>
            <p:cNvPr id="67" name="Google Shape;67;p5"/>
            <p:cNvGrpSpPr/>
            <p:nvPr/>
          </p:nvGrpSpPr>
          <p:grpSpPr>
            <a:xfrm>
              <a:off x="571950" y="652463"/>
              <a:ext cx="8000100" cy="3838575"/>
              <a:chOff x="571950" y="652463"/>
              <a:chExt cx="8000100" cy="3838575"/>
            </a:xfrm>
          </p:grpSpPr>
          <p:cxnSp>
            <p:nvCxnSpPr>
              <p:cNvPr id="68" name="Google Shape;68;p5"/>
              <p:cNvCxnSpPr/>
              <p:nvPr/>
            </p:nvCxnSpPr>
            <p:spPr>
              <a:xfrm>
                <a:off x="571950" y="652463"/>
                <a:ext cx="8000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" name="Google Shape;69;p5"/>
              <p:cNvCxnSpPr/>
              <p:nvPr/>
            </p:nvCxnSpPr>
            <p:spPr>
              <a:xfrm>
                <a:off x="571950" y="4491038"/>
                <a:ext cx="8000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oogle Shape;71;p6"/>
          <p:cNvGrpSpPr/>
          <p:nvPr/>
        </p:nvGrpSpPr>
        <p:grpSpPr>
          <a:xfrm>
            <a:off x="-211350" y="-668300"/>
            <a:ext cx="10582700" cy="7574375"/>
            <a:chOff x="-211350" y="-668300"/>
            <a:chExt cx="10582700" cy="7574375"/>
          </a:xfrm>
        </p:grpSpPr>
        <p:sp>
          <p:nvSpPr>
            <p:cNvPr id="72" name="Google Shape;72;p6"/>
            <p:cNvSpPr/>
            <p:nvPr/>
          </p:nvSpPr>
          <p:spPr>
            <a:xfrm rot="5400000">
              <a:off x="7123400" y="455650"/>
              <a:ext cx="4371900" cy="212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sp>
          <p:nvSpPr>
            <p:cNvPr id="73" name="Google Shape;73;p6"/>
            <p:cNvSpPr/>
            <p:nvPr/>
          </p:nvSpPr>
          <p:spPr>
            <a:xfrm rot="5400000">
              <a:off x="-575400" y="4418025"/>
              <a:ext cx="2852100" cy="212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</p:grpSp>
      <p:sp>
        <p:nvSpPr>
          <p:cNvPr id="74" name="Google Shape;74;p6"/>
          <p:cNvSpPr/>
          <p:nvPr/>
        </p:nvSpPr>
        <p:spPr>
          <a:xfrm>
            <a:off x="321000" y="321000"/>
            <a:ext cx="8502000" cy="4501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75" name="Google Shape;75;p6"/>
          <p:cNvSpPr txBox="1"/>
          <p:nvPr>
            <p:ph type="title"/>
          </p:nvPr>
        </p:nvSpPr>
        <p:spPr>
          <a:xfrm>
            <a:off x="720000" y="652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76" name="Google Shape;76;p6"/>
          <p:cNvGrpSpPr/>
          <p:nvPr/>
        </p:nvGrpSpPr>
        <p:grpSpPr>
          <a:xfrm>
            <a:off x="571950" y="426950"/>
            <a:ext cx="8000100" cy="225513"/>
            <a:chOff x="571950" y="426950"/>
            <a:chExt cx="8000100" cy="225513"/>
          </a:xfrm>
        </p:grpSpPr>
        <p:cxnSp>
          <p:nvCxnSpPr>
            <p:cNvPr id="77" name="Google Shape;77;p6"/>
            <p:cNvCxnSpPr/>
            <p:nvPr/>
          </p:nvCxnSpPr>
          <p:spPr>
            <a:xfrm>
              <a:off x="571950" y="652463"/>
              <a:ext cx="8000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8" name="Google Shape;78;p6"/>
            <p:cNvGrpSpPr/>
            <p:nvPr/>
          </p:nvGrpSpPr>
          <p:grpSpPr>
            <a:xfrm>
              <a:off x="7795650" y="426950"/>
              <a:ext cx="751350" cy="160500"/>
              <a:chOff x="7481600" y="464825"/>
              <a:chExt cx="751350" cy="160500"/>
            </a:xfrm>
          </p:grpSpPr>
          <p:sp>
            <p:nvSpPr>
              <p:cNvPr id="79" name="Google Shape;79;p6"/>
              <p:cNvSpPr/>
              <p:nvPr/>
            </p:nvSpPr>
            <p:spPr>
              <a:xfrm>
                <a:off x="7481600" y="464825"/>
                <a:ext cx="160500" cy="160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80" name="Google Shape;80;p6"/>
              <p:cNvSpPr/>
              <p:nvPr/>
            </p:nvSpPr>
            <p:spPr>
              <a:xfrm>
                <a:off x="7777025" y="464825"/>
                <a:ext cx="160500" cy="160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81" name="Google Shape;81;p6"/>
              <p:cNvSpPr/>
              <p:nvPr/>
            </p:nvSpPr>
            <p:spPr>
              <a:xfrm>
                <a:off x="8072450" y="464825"/>
                <a:ext cx="160500" cy="16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7"/>
          <p:cNvGrpSpPr/>
          <p:nvPr/>
        </p:nvGrpSpPr>
        <p:grpSpPr>
          <a:xfrm>
            <a:off x="-353350" y="3747500"/>
            <a:ext cx="9850700" cy="2124000"/>
            <a:chOff x="-353350" y="3747500"/>
            <a:chExt cx="9850700" cy="2124000"/>
          </a:xfrm>
        </p:grpSpPr>
        <p:sp>
          <p:nvSpPr>
            <p:cNvPr id="84" name="Google Shape;84;p7"/>
            <p:cNvSpPr/>
            <p:nvPr/>
          </p:nvSpPr>
          <p:spPr>
            <a:xfrm rot="10800000">
              <a:off x="-353350" y="3747500"/>
              <a:ext cx="4371900" cy="212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sp>
          <p:nvSpPr>
            <p:cNvPr id="85" name="Google Shape;85;p7"/>
            <p:cNvSpPr/>
            <p:nvPr/>
          </p:nvSpPr>
          <p:spPr>
            <a:xfrm rot="10800000">
              <a:off x="5125450" y="3747500"/>
              <a:ext cx="4371900" cy="212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</p:grpSp>
      <p:sp>
        <p:nvSpPr>
          <p:cNvPr id="86" name="Google Shape;86;p7"/>
          <p:cNvSpPr/>
          <p:nvPr/>
        </p:nvSpPr>
        <p:spPr>
          <a:xfrm>
            <a:off x="321000" y="321000"/>
            <a:ext cx="8502000" cy="4501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grpSp>
        <p:nvGrpSpPr>
          <p:cNvPr id="87" name="Google Shape;87;p7"/>
          <p:cNvGrpSpPr/>
          <p:nvPr/>
        </p:nvGrpSpPr>
        <p:grpSpPr>
          <a:xfrm>
            <a:off x="571950" y="426950"/>
            <a:ext cx="8000100" cy="225513"/>
            <a:chOff x="571950" y="426950"/>
            <a:chExt cx="8000100" cy="225513"/>
          </a:xfrm>
        </p:grpSpPr>
        <p:cxnSp>
          <p:nvCxnSpPr>
            <p:cNvPr id="88" name="Google Shape;88;p7"/>
            <p:cNvCxnSpPr/>
            <p:nvPr/>
          </p:nvCxnSpPr>
          <p:spPr>
            <a:xfrm>
              <a:off x="571950" y="652463"/>
              <a:ext cx="8000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89" name="Google Shape;89;p7"/>
            <p:cNvGrpSpPr/>
            <p:nvPr/>
          </p:nvGrpSpPr>
          <p:grpSpPr>
            <a:xfrm>
              <a:off x="7795650" y="426950"/>
              <a:ext cx="751350" cy="160500"/>
              <a:chOff x="7481600" y="464825"/>
              <a:chExt cx="751350" cy="160500"/>
            </a:xfrm>
          </p:grpSpPr>
          <p:sp>
            <p:nvSpPr>
              <p:cNvPr id="90" name="Google Shape;90;p7"/>
              <p:cNvSpPr/>
              <p:nvPr/>
            </p:nvSpPr>
            <p:spPr>
              <a:xfrm>
                <a:off x="7481600" y="464825"/>
                <a:ext cx="160500" cy="160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91" name="Google Shape;91;p7"/>
              <p:cNvSpPr/>
              <p:nvPr/>
            </p:nvSpPr>
            <p:spPr>
              <a:xfrm>
                <a:off x="7777025" y="464825"/>
                <a:ext cx="160500" cy="160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92" name="Google Shape;92;p7"/>
              <p:cNvSpPr/>
              <p:nvPr/>
            </p:nvSpPr>
            <p:spPr>
              <a:xfrm>
                <a:off x="8072450" y="464825"/>
                <a:ext cx="160500" cy="16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</p:grpSp>
      </p:grpSp>
      <p:sp>
        <p:nvSpPr>
          <p:cNvPr id="93" name="Google Shape;93;p7"/>
          <p:cNvSpPr txBox="1"/>
          <p:nvPr>
            <p:ph type="title"/>
          </p:nvPr>
        </p:nvSpPr>
        <p:spPr>
          <a:xfrm>
            <a:off x="716550" y="65210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4" name="Google Shape;94;p7"/>
          <p:cNvSpPr txBox="1"/>
          <p:nvPr>
            <p:ph type="subTitle" idx="1"/>
          </p:nvPr>
        </p:nvSpPr>
        <p:spPr>
          <a:xfrm>
            <a:off x="2424600" y="1700300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Fira Sans Light"/>
              <a:buChar char="●"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8"/>
          <p:cNvGrpSpPr/>
          <p:nvPr/>
        </p:nvGrpSpPr>
        <p:grpSpPr>
          <a:xfrm>
            <a:off x="-593125" y="-1155100"/>
            <a:ext cx="10401225" cy="8098750"/>
            <a:chOff x="-593125" y="-1155100"/>
            <a:chExt cx="10401225" cy="8098750"/>
          </a:xfrm>
        </p:grpSpPr>
        <p:sp>
          <p:nvSpPr>
            <p:cNvPr id="97" name="Google Shape;97;p8"/>
            <p:cNvSpPr/>
            <p:nvPr/>
          </p:nvSpPr>
          <p:spPr>
            <a:xfrm rot="5400000">
              <a:off x="-1717075" y="-31150"/>
              <a:ext cx="4371900" cy="212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sp>
          <p:nvSpPr>
            <p:cNvPr id="98" name="Google Shape;98;p8"/>
            <p:cNvSpPr/>
            <p:nvPr/>
          </p:nvSpPr>
          <p:spPr>
            <a:xfrm rot="5400000">
              <a:off x="6560150" y="3695700"/>
              <a:ext cx="4371900" cy="212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</p:grpSp>
      <p:sp>
        <p:nvSpPr>
          <p:cNvPr id="99" name="Google Shape;99;p8"/>
          <p:cNvSpPr/>
          <p:nvPr/>
        </p:nvSpPr>
        <p:spPr>
          <a:xfrm>
            <a:off x="321000" y="321000"/>
            <a:ext cx="8502000" cy="4501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grpSp>
        <p:nvGrpSpPr>
          <p:cNvPr id="100" name="Google Shape;100;p8"/>
          <p:cNvGrpSpPr/>
          <p:nvPr/>
        </p:nvGrpSpPr>
        <p:grpSpPr>
          <a:xfrm>
            <a:off x="571950" y="426950"/>
            <a:ext cx="8000100" cy="4064088"/>
            <a:chOff x="571950" y="426950"/>
            <a:chExt cx="8000100" cy="4064088"/>
          </a:xfrm>
        </p:grpSpPr>
        <p:grpSp>
          <p:nvGrpSpPr>
            <p:cNvPr id="101" name="Google Shape;101;p8"/>
            <p:cNvGrpSpPr/>
            <p:nvPr/>
          </p:nvGrpSpPr>
          <p:grpSpPr>
            <a:xfrm>
              <a:off x="7795650" y="426950"/>
              <a:ext cx="751350" cy="160500"/>
              <a:chOff x="7481600" y="464825"/>
              <a:chExt cx="751350" cy="160500"/>
            </a:xfrm>
          </p:grpSpPr>
          <p:sp>
            <p:nvSpPr>
              <p:cNvPr id="102" name="Google Shape;102;p8"/>
              <p:cNvSpPr/>
              <p:nvPr/>
            </p:nvSpPr>
            <p:spPr>
              <a:xfrm>
                <a:off x="7481600" y="464825"/>
                <a:ext cx="160500" cy="160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103" name="Google Shape;103;p8"/>
              <p:cNvSpPr/>
              <p:nvPr/>
            </p:nvSpPr>
            <p:spPr>
              <a:xfrm>
                <a:off x="7777025" y="464825"/>
                <a:ext cx="160500" cy="160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104" name="Google Shape;104;p8"/>
              <p:cNvSpPr/>
              <p:nvPr/>
            </p:nvSpPr>
            <p:spPr>
              <a:xfrm>
                <a:off x="8072450" y="464825"/>
                <a:ext cx="160500" cy="16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</p:grpSp>
        <p:grpSp>
          <p:nvGrpSpPr>
            <p:cNvPr id="105" name="Google Shape;105;p8"/>
            <p:cNvGrpSpPr/>
            <p:nvPr/>
          </p:nvGrpSpPr>
          <p:grpSpPr>
            <a:xfrm>
              <a:off x="571950" y="652463"/>
              <a:ext cx="8000100" cy="3838575"/>
              <a:chOff x="571950" y="652463"/>
              <a:chExt cx="8000100" cy="3838575"/>
            </a:xfrm>
          </p:grpSpPr>
          <p:cxnSp>
            <p:nvCxnSpPr>
              <p:cNvPr id="106" name="Google Shape;106;p8"/>
              <p:cNvCxnSpPr/>
              <p:nvPr/>
            </p:nvCxnSpPr>
            <p:spPr>
              <a:xfrm>
                <a:off x="571950" y="652463"/>
                <a:ext cx="8000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7" name="Google Shape;107;p8"/>
              <p:cNvCxnSpPr/>
              <p:nvPr/>
            </p:nvCxnSpPr>
            <p:spPr>
              <a:xfrm>
                <a:off x="571950" y="4491038"/>
                <a:ext cx="8000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08" name="Google Shape;108;p8"/>
          <p:cNvSpPr txBox="1"/>
          <p:nvPr>
            <p:ph type="title"/>
          </p:nvPr>
        </p:nvSpPr>
        <p:spPr>
          <a:xfrm>
            <a:off x="713325" y="1992838"/>
            <a:ext cx="7717500" cy="115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Font typeface="Red Hat Mono Medium"/>
              <a:buNone/>
              <a:defRPr sz="6000">
                <a:latin typeface="Red Hat Mono Medium"/>
                <a:ea typeface="Red Hat Mono Medium"/>
                <a:cs typeface="Red Hat Mono Medium"/>
                <a:sym typeface="Red Hat Mon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Font typeface="Red Hat Mono Medium"/>
              <a:buNone/>
              <a:defRPr sz="6000">
                <a:latin typeface="Red Hat Mono Medium"/>
                <a:ea typeface="Red Hat Mono Medium"/>
                <a:cs typeface="Red Hat Mono Medium"/>
                <a:sym typeface="Red Hat Mon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Font typeface="Red Hat Mono Medium"/>
              <a:buNone/>
              <a:defRPr sz="6000">
                <a:latin typeface="Red Hat Mono Medium"/>
                <a:ea typeface="Red Hat Mono Medium"/>
                <a:cs typeface="Red Hat Mono Medium"/>
                <a:sym typeface="Red Hat Mon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Font typeface="Red Hat Mono Medium"/>
              <a:buNone/>
              <a:defRPr sz="6000">
                <a:latin typeface="Red Hat Mono Medium"/>
                <a:ea typeface="Red Hat Mono Medium"/>
                <a:cs typeface="Red Hat Mono Medium"/>
                <a:sym typeface="Red Hat Mon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Font typeface="Red Hat Mono Medium"/>
              <a:buNone/>
              <a:defRPr sz="6000">
                <a:latin typeface="Red Hat Mono Medium"/>
                <a:ea typeface="Red Hat Mono Medium"/>
                <a:cs typeface="Red Hat Mono Medium"/>
                <a:sym typeface="Red Hat Mon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Font typeface="Red Hat Mono Medium"/>
              <a:buNone/>
              <a:defRPr sz="6000">
                <a:latin typeface="Red Hat Mono Medium"/>
                <a:ea typeface="Red Hat Mono Medium"/>
                <a:cs typeface="Red Hat Mono Medium"/>
                <a:sym typeface="Red Hat Mon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Font typeface="Red Hat Mono Medium"/>
              <a:buNone/>
              <a:defRPr sz="6000">
                <a:latin typeface="Red Hat Mono Medium"/>
                <a:ea typeface="Red Hat Mono Medium"/>
                <a:cs typeface="Red Hat Mono Medium"/>
                <a:sym typeface="Red Hat Mon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Font typeface="Red Hat Mono Medium"/>
              <a:buNone/>
              <a:defRPr sz="6000">
                <a:latin typeface="Red Hat Mono Medium"/>
                <a:ea typeface="Red Hat Mono Medium"/>
                <a:cs typeface="Red Hat Mono Medium"/>
                <a:sym typeface="Red Hat Mon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9"/>
          <p:cNvGrpSpPr/>
          <p:nvPr/>
        </p:nvGrpSpPr>
        <p:grpSpPr>
          <a:xfrm flipH="1">
            <a:off x="-979137" y="-353675"/>
            <a:ext cx="11102250" cy="5850850"/>
            <a:chOff x="-856000" y="-31150"/>
            <a:chExt cx="11102250" cy="5850850"/>
          </a:xfrm>
        </p:grpSpPr>
        <p:sp>
          <p:nvSpPr>
            <p:cNvPr id="111" name="Google Shape;111;p9"/>
            <p:cNvSpPr/>
            <p:nvPr/>
          </p:nvSpPr>
          <p:spPr>
            <a:xfrm rot="10800000">
              <a:off x="-856000" y="-31150"/>
              <a:ext cx="4371900" cy="212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sp>
          <p:nvSpPr>
            <p:cNvPr id="112" name="Google Shape;112;p9"/>
            <p:cNvSpPr/>
            <p:nvPr/>
          </p:nvSpPr>
          <p:spPr>
            <a:xfrm rot="10800000">
              <a:off x="5874350" y="3695700"/>
              <a:ext cx="4371900" cy="212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</p:grpSp>
      <p:sp>
        <p:nvSpPr>
          <p:cNvPr id="113" name="Google Shape;113;p9"/>
          <p:cNvSpPr/>
          <p:nvPr/>
        </p:nvSpPr>
        <p:spPr>
          <a:xfrm>
            <a:off x="321000" y="321000"/>
            <a:ext cx="8502000" cy="4501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grpSp>
        <p:nvGrpSpPr>
          <p:cNvPr id="114" name="Google Shape;114;p9"/>
          <p:cNvGrpSpPr/>
          <p:nvPr/>
        </p:nvGrpSpPr>
        <p:grpSpPr>
          <a:xfrm>
            <a:off x="571950" y="426950"/>
            <a:ext cx="8000100" cy="4064088"/>
            <a:chOff x="571950" y="426950"/>
            <a:chExt cx="8000100" cy="4064088"/>
          </a:xfrm>
        </p:grpSpPr>
        <p:grpSp>
          <p:nvGrpSpPr>
            <p:cNvPr id="115" name="Google Shape;115;p9"/>
            <p:cNvGrpSpPr/>
            <p:nvPr/>
          </p:nvGrpSpPr>
          <p:grpSpPr>
            <a:xfrm>
              <a:off x="7795650" y="426950"/>
              <a:ext cx="751350" cy="160500"/>
              <a:chOff x="7481600" y="464825"/>
              <a:chExt cx="751350" cy="160500"/>
            </a:xfrm>
          </p:grpSpPr>
          <p:sp>
            <p:nvSpPr>
              <p:cNvPr id="116" name="Google Shape;116;p9"/>
              <p:cNvSpPr/>
              <p:nvPr/>
            </p:nvSpPr>
            <p:spPr>
              <a:xfrm>
                <a:off x="7481600" y="464825"/>
                <a:ext cx="160500" cy="160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117" name="Google Shape;117;p9"/>
              <p:cNvSpPr/>
              <p:nvPr/>
            </p:nvSpPr>
            <p:spPr>
              <a:xfrm>
                <a:off x="7777025" y="464825"/>
                <a:ext cx="160500" cy="160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118" name="Google Shape;118;p9"/>
              <p:cNvSpPr/>
              <p:nvPr/>
            </p:nvSpPr>
            <p:spPr>
              <a:xfrm>
                <a:off x="8072450" y="464825"/>
                <a:ext cx="160500" cy="16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</p:grpSp>
        <p:grpSp>
          <p:nvGrpSpPr>
            <p:cNvPr id="119" name="Google Shape;119;p9"/>
            <p:cNvGrpSpPr/>
            <p:nvPr/>
          </p:nvGrpSpPr>
          <p:grpSpPr>
            <a:xfrm>
              <a:off x="571950" y="652463"/>
              <a:ext cx="8000100" cy="3838575"/>
              <a:chOff x="571950" y="652463"/>
              <a:chExt cx="8000100" cy="3838575"/>
            </a:xfrm>
          </p:grpSpPr>
          <p:cxnSp>
            <p:nvCxnSpPr>
              <p:cNvPr id="120" name="Google Shape;120;p9"/>
              <p:cNvCxnSpPr/>
              <p:nvPr/>
            </p:nvCxnSpPr>
            <p:spPr>
              <a:xfrm>
                <a:off x="571950" y="652463"/>
                <a:ext cx="8000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9"/>
              <p:cNvCxnSpPr/>
              <p:nvPr/>
            </p:nvCxnSpPr>
            <p:spPr>
              <a:xfrm>
                <a:off x="571950" y="4491038"/>
                <a:ext cx="8000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22" name="Google Shape;122;p9"/>
          <p:cNvSpPr txBox="1"/>
          <p:nvPr>
            <p:ph type="title"/>
          </p:nvPr>
        </p:nvSpPr>
        <p:spPr>
          <a:xfrm>
            <a:off x="713350" y="3005863"/>
            <a:ext cx="30960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3" name="Google Shape;123;p9"/>
          <p:cNvSpPr txBox="1"/>
          <p:nvPr>
            <p:ph type="subTitle" idx="1"/>
          </p:nvPr>
        </p:nvSpPr>
        <p:spPr>
          <a:xfrm>
            <a:off x="3264100" y="1110050"/>
            <a:ext cx="48036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/>
          <p:cNvSpPr/>
          <p:nvPr>
            <p:ph type="pic" idx="2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10"/>
          <p:cNvSpPr txBox="1"/>
          <p:nvPr>
            <p:ph type="title"/>
          </p:nvPr>
        </p:nvSpPr>
        <p:spPr>
          <a:xfrm>
            <a:off x="713225" y="539500"/>
            <a:ext cx="3974100" cy="857400"/>
          </a:xfrm>
          <a:prstGeom prst="rect">
            <a:avLst/>
          </a:prstGeom>
          <a:solidFill>
            <a:schemeClr val="lt1"/>
          </a:solidFill>
          <a:effectLst>
            <a:outerShdw blurRad="142875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2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11"/>
          <p:cNvGrpSpPr/>
          <p:nvPr/>
        </p:nvGrpSpPr>
        <p:grpSpPr>
          <a:xfrm>
            <a:off x="-211350" y="-668300"/>
            <a:ext cx="10582700" cy="7574375"/>
            <a:chOff x="-211350" y="-668300"/>
            <a:chExt cx="10582700" cy="7574375"/>
          </a:xfrm>
        </p:grpSpPr>
        <p:sp>
          <p:nvSpPr>
            <p:cNvPr id="129" name="Google Shape;129;p11"/>
            <p:cNvSpPr/>
            <p:nvPr/>
          </p:nvSpPr>
          <p:spPr>
            <a:xfrm rot="5400000">
              <a:off x="7123400" y="455650"/>
              <a:ext cx="4371900" cy="212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sp>
          <p:nvSpPr>
            <p:cNvPr id="130" name="Google Shape;130;p11"/>
            <p:cNvSpPr/>
            <p:nvPr/>
          </p:nvSpPr>
          <p:spPr>
            <a:xfrm rot="5400000">
              <a:off x="-575400" y="4418025"/>
              <a:ext cx="2852100" cy="212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</p:grpSp>
      <p:sp>
        <p:nvSpPr>
          <p:cNvPr id="131" name="Google Shape;131;p11"/>
          <p:cNvSpPr/>
          <p:nvPr/>
        </p:nvSpPr>
        <p:spPr>
          <a:xfrm>
            <a:off x="321000" y="321000"/>
            <a:ext cx="8502000" cy="4501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grpSp>
        <p:nvGrpSpPr>
          <p:cNvPr id="132" name="Google Shape;132;p11"/>
          <p:cNvGrpSpPr/>
          <p:nvPr/>
        </p:nvGrpSpPr>
        <p:grpSpPr>
          <a:xfrm>
            <a:off x="571950" y="426950"/>
            <a:ext cx="8000100" cy="225513"/>
            <a:chOff x="571950" y="426950"/>
            <a:chExt cx="8000100" cy="225513"/>
          </a:xfrm>
        </p:grpSpPr>
        <p:cxnSp>
          <p:nvCxnSpPr>
            <p:cNvPr id="133" name="Google Shape;133;p11"/>
            <p:cNvCxnSpPr/>
            <p:nvPr/>
          </p:nvCxnSpPr>
          <p:spPr>
            <a:xfrm>
              <a:off x="571950" y="652463"/>
              <a:ext cx="8000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4" name="Google Shape;134;p11"/>
            <p:cNvGrpSpPr/>
            <p:nvPr/>
          </p:nvGrpSpPr>
          <p:grpSpPr>
            <a:xfrm>
              <a:off x="7795650" y="426950"/>
              <a:ext cx="751350" cy="160500"/>
              <a:chOff x="7481600" y="464825"/>
              <a:chExt cx="751350" cy="160500"/>
            </a:xfrm>
          </p:grpSpPr>
          <p:sp>
            <p:nvSpPr>
              <p:cNvPr id="135" name="Google Shape;135;p11"/>
              <p:cNvSpPr/>
              <p:nvPr/>
            </p:nvSpPr>
            <p:spPr>
              <a:xfrm>
                <a:off x="7481600" y="464825"/>
                <a:ext cx="160500" cy="160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136" name="Google Shape;136;p11"/>
              <p:cNvSpPr/>
              <p:nvPr/>
            </p:nvSpPr>
            <p:spPr>
              <a:xfrm>
                <a:off x="7777025" y="464825"/>
                <a:ext cx="160500" cy="160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137" name="Google Shape;137;p11"/>
              <p:cNvSpPr/>
              <p:nvPr/>
            </p:nvSpPr>
            <p:spPr>
              <a:xfrm>
                <a:off x="8072450" y="464825"/>
                <a:ext cx="160500" cy="16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</p:grpSp>
      </p:grpSp>
      <p:sp>
        <p:nvSpPr>
          <p:cNvPr id="138" name="Google Shape;138;p11"/>
          <p:cNvSpPr txBox="1"/>
          <p:nvPr>
            <p:ph type="title" hasCustomPrompt="1"/>
          </p:nvPr>
        </p:nvSpPr>
        <p:spPr>
          <a:xfrm>
            <a:off x="1730700" y="1551850"/>
            <a:ext cx="5682600" cy="113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39" name="Google Shape;139;p11"/>
          <p:cNvSpPr txBox="1"/>
          <p:nvPr>
            <p:ph type="subTitle" idx="1"/>
          </p:nvPr>
        </p:nvSpPr>
        <p:spPr>
          <a:xfrm>
            <a:off x="1730700" y="2883983"/>
            <a:ext cx="56826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noFill/>
        <a:effectLst/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3"/>
          <p:cNvGrpSpPr/>
          <p:nvPr/>
        </p:nvGrpSpPr>
        <p:grpSpPr>
          <a:xfrm>
            <a:off x="-593125" y="-1155100"/>
            <a:ext cx="9617000" cy="9033100"/>
            <a:chOff x="-593125" y="-1155100"/>
            <a:chExt cx="9617000" cy="9033100"/>
          </a:xfrm>
        </p:grpSpPr>
        <p:sp>
          <p:nvSpPr>
            <p:cNvPr id="143" name="Google Shape;143;p13"/>
            <p:cNvSpPr/>
            <p:nvPr/>
          </p:nvSpPr>
          <p:spPr>
            <a:xfrm rot="5400000">
              <a:off x="-1717075" y="-31150"/>
              <a:ext cx="4371900" cy="212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sp>
          <p:nvSpPr>
            <p:cNvPr id="144" name="Google Shape;144;p13"/>
            <p:cNvSpPr/>
            <p:nvPr/>
          </p:nvSpPr>
          <p:spPr>
            <a:xfrm rot="5400000">
              <a:off x="5775925" y="4630050"/>
              <a:ext cx="4371900" cy="212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</p:grpSp>
      <p:sp>
        <p:nvSpPr>
          <p:cNvPr id="145" name="Google Shape;145;p13"/>
          <p:cNvSpPr/>
          <p:nvPr/>
        </p:nvSpPr>
        <p:spPr>
          <a:xfrm>
            <a:off x="321000" y="321000"/>
            <a:ext cx="8502000" cy="4501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46" name="Google Shape;146;p13"/>
          <p:cNvSpPr txBox="1"/>
          <p:nvPr>
            <p:ph type="title"/>
          </p:nvPr>
        </p:nvSpPr>
        <p:spPr>
          <a:xfrm>
            <a:off x="720000" y="652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7" name="Google Shape;147;p13"/>
          <p:cNvSpPr txBox="1"/>
          <p:nvPr>
            <p:ph type="subTitle" idx="1"/>
          </p:nvPr>
        </p:nvSpPr>
        <p:spPr>
          <a:xfrm>
            <a:off x="950925" y="2281785"/>
            <a:ext cx="33834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3"/>
          <p:cNvSpPr txBox="1"/>
          <p:nvPr>
            <p:ph type="subTitle" idx="2"/>
          </p:nvPr>
        </p:nvSpPr>
        <p:spPr>
          <a:xfrm>
            <a:off x="4809674" y="2281785"/>
            <a:ext cx="33834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3"/>
          <p:cNvSpPr txBox="1"/>
          <p:nvPr>
            <p:ph type="subTitle" idx="3"/>
          </p:nvPr>
        </p:nvSpPr>
        <p:spPr>
          <a:xfrm>
            <a:off x="950925" y="4014976"/>
            <a:ext cx="33834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3"/>
          <p:cNvSpPr txBox="1"/>
          <p:nvPr>
            <p:ph type="subTitle" idx="4"/>
          </p:nvPr>
        </p:nvSpPr>
        <p:spPr>
          <a:xfrm>
            <a:off x="4809674" y="4014976"/>
            <a:ext cx="33834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3"/>
          <p:cNvSpPr txBox="1"/>
          <p:nvPr>
            <p:ph type="title" idx="5" hasCustomPrompt="1"/>
          </p:nvPr>
        </p:nvSpPr>
        <p:spPr>
          <a:xfrm>
            <a:off x="1099863" y="1389803"/>
            <a:ext cx="734700" cy="365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Red Hat Mono Medium"/>
                <a:ea typeface="Red Hat Mono Medium"/>
                <a:cs typeface="Red Hat Mono Medium"/>
                <a:sym typeface="Red Hat Mon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2" name="Google Shape;152;p13"/>
          <p:cNvSpPr txBox="1"/>
          <p:nvPr>
            <p:ph type="title" idx="6" hasCustomPrompt="1"/>
          </p:nvPr>
        </p:nvSpPr>
        <p:spPr>
          <a:xfrm>
            <a:off x="1099863" y="3122478"/>
            <a:ext cx="734700" cy="365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Red Hat Mono Medium"/>
                <a:ea typeface="Red Hat Mono Medium"/>
                <a:cs typeface="Red Hat Mono Medium"/>
                <a:sym typeface="Red Hat Mon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3" name="Google Shape;153;p13"/>
          <p:cNvSpPr txBox="1"/>
          <p:nvPr>
            <p:ph type="title" idx="7" hasCustomPrompt="1"/>
          </p:nvPr>
        </p:nvSpPr>
        <p:spPr>
          <a:xfrm>
            <a:off x="4958638" y="1389803"/>
            <a:ext cx="734700" cy="365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Red Hat Mono Medium"/>
                <a:ea typeface="Red Hat Mono Medium"/>
                <a:cs typeface="Red Hat Mono Medium"/>
                <a:sym typeface="Red Hat Mon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4" name="Google Shape;154;p13"/>
          <p:cNvSpPr txBox="1"/>
          <p:nvPr>
            <p:ph type="title" idx="8" hasCustomPrompt="1"/>
          </p:nvPr>
        </p:nvSpPr>
        <p:spPr>
          <a:xfrm>
            <a:off x="4958638" y="3122478"/>
            <a:ext cx="734700" cy="365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Red Hat Mono Medium"/>
                <a:ea typeface="Red Hat Mono Medium"/>
                <a:cs typeface="Red Hat Mono Medium"/>
                <a:sym typeface="Red Hat Mon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5" name="Google Shape;155;p13"/>
          <p:cNvSpPr txBox="1"/>
          <p:nvPr>
            <p:ph type="subTitle" idx="9"/>
          </p:nvPr>
        </p:nvSpPr>
        <p:spPr>
          <a:xfrm>
            <a:off x="950925" y="1977001"/>
            <a:ext cx="33834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200">
                <a:solidFill>
                  <a:schemeClr val="lt2"/>
                </a:solidFill>
                <a:latin typeface="Red Hat Mono Medium"/>
                <a:ea typeface="Red Hat Mono Medium"/>
                <a:cs typeface="Red Hat Mono Medium"/>
                <a:sym typeface="Red Hat Mon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9pPr>
          </a:lstStyle>
          <a:p/>
        </p:txBody>
      </p:sp>
      <p:sp>
        <p:nvSpPr>
          <p:cNvPr id="156" name="Google Shape;156;p13"/>
          <p:cNvSpPr txBox="1"/>
          <p:nvPr>
            <p:ph type="subTitle" idx="13"/>
          </p:nvPr>
        </p:nvSpPr>
        <p:spPr>
          <a:xfrm>
            <a:off x="4809674" y="1977001"/>
            <a:ext cx="33834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200">
                <a:solidFill>
                  <a:schemeClr val="lt2"/>
                </a:solidFill>
                <a:latin typeface="Red Hat Mono Medium"/>
                <a:ea typeface="Red Hat Mono Medium"/>
                <a:cs typeface="Red Hat Mono Medium"/>
                <a:sym typeface="Red Hat Mon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9pPr>
          </a:lstStyle>
          <a:p/>
        </p:txBody>
      </p:sp>
      <p:sp>
        <p:nvSpPr>
          <p:cNvPr id="157" name="Google Shape;157;p13"/>
          <p:cNvSpPr txBox="1"/>
          <p:nvPr>
            <p:ph type="subTitle" idx="14"/>
          </p:nvPr>
        </p:nvSpPr>
        <p:spPr>
          <a:xfrm>
            <a:off x="950925" y="3709675"/>
            <a:ext cx="33834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200">
                <a:solidFill>
                  <a:schemeClr val="lt2"/>
                </a:solidFill>
                <a:latin typeface="Red Hat Mono Medium"/>
                <a:ea typeface="Red Hat Mono Medium"/>
                <a:cs typeface="Red Hat Mono Medium"/>
                <a:sym typeface="Red Hat Mon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9pPr>
          </a:lstStyle>
          <a:p/>
        </p:txBody>
      </p:sp>
      <p:sp>
        <p:nvSpPr>
          <p:cNvPr id="158" name="Google Shape;158;p13"/>
          <p:cNvSpPr txBox="1"/>
          <p:nvPr>
            <p:ph type="subTitle" idx="15"/>
          </p:nvPr>
        </p:nvSpPr>
        <p:spPr>
          <a:xfrm>
            <a:off x="4809674" y="3709675"/>
            <a:ext cx="33834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200">
                <a:solidFill>
                  <a:schemeClr val="lt2"/>
                </a:solidFill>
                <a:latin typeface="Red Hat Mono Medium"/>
                <a:ea typeface="Red Hat Mono Medium"/>
                <a:cs typeface="Red Hat Mono Medium"/>
                <a:sym typeface="Red Hat Mon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9pPr>
          </a:lstStyle>
          <a:p/>
        </p:txBody>
      </p:sp>
      <p:grpSp>
        <p:nvGrpSpPr>
          <p:cNvPr id="159" name="Google Shape;159;p13"/>
          <p:cNvGrpSpPr/>
          <p:nvPr/>
        </p:nvGrpSpPr>
        <p:grpSpPr>
          <a:xfrm>
            <a:off x="571950" y="426950"/>
            <a:ext cx="8000100" cy="225513"/>
            <a:chOff x="571950" y="426950"/>
            <a:chExt cx="8000100" cy="225513"/>
          </a:xfrm>
        </p:grpSpPr>
        <p:cxnSp>
          <p:nvCxnSpPr>
            <p:cNvPr id="160" name="Google Shape;160;p13"/>
            <p:cNvCxnSpPr/>
            <p:nvPr/>
          </p:nvCxnSpPr>
          <p:spPr>
            <a:xfrm>
              <a:off x="571950" y="652463"/>
              <a:ext cx="8000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61" name="Google Shape;161;p13"/>
            <p:cNvGrpSpPr/>
            <p:nvPr/>
          </p:nvGrpSpPr>
          <p:grpSpPr>
            <a:xfrm>
              <a:off x="7795650" y="426950"/>
              <a:ext cx="751350" cy="160500"/>
              <a:chOff x="7481600" y="464825"/>
              <a:chExt cx="751350" cy="160500"/>
            </a:xfrm>
          </p:grpSpPr>
          <p:sp>
            <p:nvSpPr>
              <p:cNvPr id="162" name="Google Shape;162;p13"/>
              <p:cNvSpPr/>
              <p:nvPr/>
            </p:nvSpPr>
            <p:spPr>
              <a:xfrm>
                <a:off x="7481600" y="464825"/>
                <a:ext cx="160500" cy="160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163" name="Google Shape;163;p13"/>
              <p:cNvSpPr/>
              <p:nvPr/>
            </p:nvSpPr>
            <p:spPr>
              <a:xfrm>
                <a:off x="7777025" y="464825"/>
                <a:ext cx="160500" cy="160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164" name="Google Shape;164;p13"/>
              <p:cNvSpPr/>
              <p:nvPr/>
            </p:nvSpPr>
            <p:spPr>
              <a:xfrm>
                <a:off x="8072450" y="464825"/>
                <a:ext cx="160500" cy="16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oogle Shape;166;p14"/>
          <p:cNvGrpSpPr/>
          <p:nvPr/>
        </p:nvGrpSpPr>
        <p:grpSpPr>
          <a:xfrm>
            <a:off x="-211350" y="-668300"/>
            <a:ext cx="10582700" cy="7574375"/>
            <a:chOff x="-211350" y="-668300"/>
            <a:chExt cx="10582700" cy="7574375"/>
          </a:xfrm>
        </p:grpSpPr>
        <p:sp>
          <p:nvSpPr>
            <p:cNvPr id="167" name="Google Shape;167;p14"/>
            <p:cNvSpPr/>
            <p:nvPr/>
          </p:nvSpPr>
          <p:spPr>
            <a:xfrm rot="5400000">
              <a:off x="7123400" y="455650"/>
              <a:ext cx="4371900" cy="212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sp>
          <p:nvSpPr>
            <p:cNvPr id="168" name="Google Shape;168;p14"/>
            <p:cNvSpPr/>
            <p:nvPr/>
          </p:nvSpPr>
          <p:spPr>
            <a:xfrm rot="5400000">
              <a:off x="-575400" y="4418025"/>
              <a:ext cx="2852100" cy="212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</p:grpSp>
      <p:sp>
        <p:nvSpPr>
          <p:cNvPr id="169" name="Google Shape;169;p14"/>
          <p:cNvSpPr/>
          <p:nvPr/>
        </p:nvSpPr>
        <p:spPr>
          <a:xfrm>
            <a:off x="321000" y="321000"/>
            <a:ext cx="8502000" cy="4501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70" name="Google Shape;170;p14"/>
          <p:cNvSpPr txBox="1"/>
          <p:nvPr>
            <p:ph type="title"/>
          </p:nvPr>
        </p:nvSpPr>
        <p:spPr>
          <a:xfrm>
            <a:off x="1226425" y="3229050"/>
            <a:ext cx="6691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1" name="Google Shape;171;p14"/>
          <p:cNvSpPr txBox="1"/>
          <p:nvPr>
            <p:ph type="subTitle" idx="1"/>
          </p:nvPr>
        </p:nvSpPr>
        <p:spPr>
          <a:xfrm>
            <a:off x="1226400" y="1365750"/>
            <a:ext cx="6691200" cy="186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172" name="Google Shape;172;p14"/>
          <p:cNvGrpSpPr/>
          <p:nvPr/>
        </p:nvGrpSpPr>
        <p:grpSpPr>
          <a:xfrm>
            <a:off x="571950" y="426950"/>
            <a:ext cx="8000100" cy="4064088"/>
            <a:chOff x="571950" y="426950"/>
            <a:chExt cx="8000100" cy="4064088"/>
          </a:xfrm>
        </p:grpSpPr>
        <p:grpSp>
          <p:nvGrpSpPr>
            <p:cNvPr id="173" name="Google Shape;173;p14"/>
            <p:cNvGrpSpPr/>
            <p:nvPr/>
          </p:nvGrpSpPr>
          <p:grpSpPr>
            <a:xfrm>
              <a:off x="7795650" y="426950"/>
              <a:ext cx="751350" cy="160500"/>
              <a:chOff x="7481600" y="464825"/>
              <a:chExt cx="751350" cy="160500"/>
            </a:xfrm>
          </p:grpSpPr>
          <p:sp>
            <p:nvSpPr>
              <p:cNvPr id="174" name="Google Shape;174;p14"/>
              <p:cNvSpPr/>
              <p:nvPr/>
            </p:nvSpPr>
            <p:spPr>
              <a:xfrm>
                <a:off x="7481600" y="464825"/>
                <a:ext cx="160500" cy="160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175" name="Google Shape;175;p14"/>
              <p:cNvSpPr/>
              <p:nvPr/>
            </p:nvSpPr>
            <p:spPr>
              <a:xfrm>
                <a:off x="7777025" y="464825"/>
                <a:ext cx="160500" cy="160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176" name="Google Shape;176;p14"/>
              <p:cNvSpPr/>
              <p:nvPr/>
            </p:nvSpPr>
            <p:spPr>
              <a:xfrm>
                <a:off x="8072450" y="464825"/>
                <a:ext cx="160500" cy="16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</p:grpSp>
        <p:grpSp>
          <p:nvGrpSpPr>
            <p:cNvPr id="177" name="Google Shape;177;p14"/>
            <p:cNvGrpSpPr/>
            <p:nvPr/>
          </p:nvGrpSpPr>
          <p:grpSpPr>
            <a:xfrm>
              <a:off x="571950" y="652463"/>
              <a:ext cx="8000100" cy="3838575"/>
              <a:chOff x="571950" y="652463"/>
              <a:chExt cx="8000100" cy="3838575"/>
            </a:xfrm>
          </p:grpSpPr>
          <p:cxnSp>
            <p:nvCxnSpPr>
              <p:cNvPr id="178" name="Google Shape;178;p14"/>
              <p:cNvCxnSpPr/>
              <p:nvPr/>
            </p:nvCxnSpPr>
            <p:spPr>
              <a:xfrm>
                <a:off x="571950" y="652463"/>
                <a:ext cx="8000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9" name="Google Shape;179;p14"/>
              <p:cNvCxnSpPr/>
              <p:nvPr/>
            </p:nvCxnSpPr>
            <p:spPr>
              <a:xfrm>
                <a:off x="571950" y="4491038"/>
                <a:ext cx="8000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15"/>
          <p:cNvGrpSpPr/>
          <p:nvPr/>
        </p:nvGrpSpPr>
        <p:grpSpPr>
          <a:xfrm>
            <a:off x="65750" y="44175"/>
            <a:ext cx="9181875" cy="4996750"/>
            <a:chOff x="65750" y="44175"/>
            <a:chExt cx="9181875" cy="4996750"/>
          </a:xfrm>
        </p:grpSpPr>
        <p:sp>
          <p:nvSpPr>
            <p:cNvPr id="182" name="Google Shape;182;p15"/>
            <p:cNvSpPr/>
            <p:nvPr/>
          </p:nvSpPr>
          <p:spPr>
            <a:xfrm rot="10800000">
              <a:off x="65750" y="2916925"/>
              <a:ext cx="4371900" cy="212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sp>
          <p:nvSpPr>
            <p:cNvPr id="183" name="Google Shape;183;p15"/>
            <p:cNvSpPr/>
            <p:nvPr/>
          </p:nvSpPr>
          <p:spPr>
            <a:xfrm rot="10800000">
              <a:off x="4875725" y="44175"/>
              <a:ext cx="4371900" cy="212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</p:grpSp>
      <p:sp>
        <p:nvSpPr>
          <p:cNvPr id="184" name="Google Shape;184;p15"/>
          <p:cNvSpPr/>
          <p:nvPr/>
        </p:nvSpPr>
        <p:spPr>
          <a:xfrm>
            <a:off x="321000" y="321000"/>
            <a:ext cx="8502000" cy="4501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85" name="Google Shape;185;p15"/>
          <p:cNvSpPr txBox="1"/>
          <p:nvPr>
            <p:ph type="title"/>
          </p:nvPr>
        </p:nvSpPr>
        <p:spPr>
          <a:xfrm>
            <a:off x="720000" y="1395825"/>
            <a:ext cx="3852000" cy="142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6" name="Google Shape;186;p15"/>
          <p:cNvSpPr txBox="1"/>
          <p:nvPr>
            <p:ph type="subTitle" idx="1"/>
          </p:nvPr>
        </p:nvSpPr>
        <p:spPr>
          <a:xfrm>
            <a:off x="720000" y="2820675"/>
            <a:ext cx="3852000" cy="92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15"/>
          <p:cNvSpPr/>
          <p:nvPr>
            <p:ph type="pic" idx="2"/>
          </p:nvPr>
        </p:nvSpPr>
        <p:spPr>
          <a:xfrm>
            <a:off x="4875725" y="990860"/>
            <a:ext cx="3163800" cy="31617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142875" algn="bl" rotWithShape="0">
              <a:schemeClr val="dk1">
                <a:alpha val="20000"/>
              </a:schemeClr>
            </a:outerShdw>
          </a:effectLst>
        </p:spPr>
      </p:sp>
      <p:grpSp>
        <p:nvGrpSpPr>
          <p:cNvPr id="188" name="Google Shape;188;p15"/>
          <p:cNvGrpSpPr/>
          <p:nvPr/>
        </p:nvGrpSpPr>
        <p:grpSpPr>
          <a:xfrm>
            <a:off x="571950" y="426950"/>
            <a:ext cx="8000100" cy="4064088"/>
            <a:chOff x="571950" y="426950"/>
            <a:chExt cx="8000100" cy="4064088"/>
          </a:xfrm>
        </p:grpSpPr>
        <p:grpSp>
          <p:nvGrpSpPr>
            <p:cNvPr id="189" name="Google Shape;189;p15"/>
            <p:cNvGrpSpPr/>
            <p:nvPr/>
          </p:nvGrpSpPr>
          <p:grpSpPr>
            <a:xfrm>
              <a:off x="7795650" y="426950"/>
              <a:ext cx="751350" cy="160500"/>
              <a:chOff x="7481600" y="464825"/>
              <a:chExt cx="751350" cy="160500"/>
            </a:xfrm>
          </p:grpSpPr>
          <p:sp>
            <p:nvSpPr>
              <p:cNvPr id="190" name="Google Shape;190;p15"/>
              <p:cNvSpPr/>
              <p:nvPr/>
            </p:nvSpPr>
            <p:spPr>
              <a:xfrm>
                <a:off x="7481600" y="464825"/>
                <a:ext cx="160500" cy="160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191" name="Google Shape;191;p15"/>
              <p:cNvSpPr/>
              <p:nvPr/>
            </p:nvSpPr>
            <p:spPr>
              <a:xfrm>
                <a:off x="7777025" y="464825"/>
                <a:ext cx="160500" cy="160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192" name="Google Shape;192;p15"/>
              <p:cNvSpPr/>
              <p:nvPr/>
            </p:nvSpPr>
            <p:spPr>
              <a:xfrm>
                <a:off x="8072450" y="464825"/>
                <a:ext cx="160500" cy="16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</p:grpSp>
        <p:grpSp>
          <p:nvGrpSpPr>
            <p:cNvPr id="193" name="Google Shape;193;p15"/>
            <p:cNvGrpSpPr/>
            <p:nvPr/>
          </p:nvGrpSpPr>
          <p:grpSpPr>
            <a:xfrm>
              <a:off x="571950" y="652463"/>
              <a:ext cx="8000100" cy="3838575"/>
              <a:chOff x="571950" y="652463"/>
              <a:chExt cx="8000100" cy="3838575"/>
            </a:xfrm>
          </p:grpSpPr>
          <p:cxnSp>
            <p:nvCxnSpPr>
              <p:cNvPr id="194" name="Google Shape;194;p15"/>
              <p:cNvCxnSpPr/>
              <p:nvPr/>
            </p:nvCxnSpPr>
            <p:spPr>
              <a:xfrm>
                <a:off x="571950" y="652463"/>
                <a:ext cx="8000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5" name="Google Shape;195;p15"/>
              <p:cNvCxnSpPr/>
              <p:nvPr/>
            </p:nvCxnSpPr>
            <p:spPr>
              <a:xfrm>
                <a:off x="571950" y="4491038"/>
                <a:ext cx="8000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oogle Shape;197;p16"/>
          <p:cNvGrpSpPr/>
          <p:nvPr/>
        </p:nvGrpSpPr>
        <p:grpSpPr>
          <a:xfrm rot="-5400000">
            <a:off x="2605050" y="-2537250"/>
            <a:ext cx="4791475" cy="10001600"/>
            <a:chOff x="3339600" y="-1961125"/>
            <a:chExt cx="4791475" cy="10001600"/>
          </a:xfrm>
        </p:grpSpPr>
        <p:sp>
          <p:nvSpPr>
            <p:cNvPr id="198" name="Google Shape;198;p16"/>
            <p:cNvSpPr/>
            <p:nvPr/>
          </p:nvSpPr>
          <p:spPr>
            <a:xfrm rot="5400000">
              <a:off x="4883125" y="-837175"/>
              <a:ext cx="4371900" cy="212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sp>
          <p:nvSpPr>
            <p:cNvPr id="199" name="Google Shape;199;p16"/>
            <p:cNvSpPr/>
            <p:nvPr/>
          </p:nvSpPr>
          <p:spPr>
            <a:xfrm rot="5400000">
              <a:off x="2975550" y="5552425"/>
              <a:ext cx="2852100" cy="212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</p:grpSp>
      <p:sp>
        <p:nvSpPr>
          <p:cNvPr id="200" name="Google Shape;200;p16"/>
          <p:cNvSpPr/>
          <p:nvPr/>
        </p:nvSpPr>
        <p:spPr>
          <a:xfrm>
            <a:off x="321000" y="321000"/>
            <a:ext cx="8502000" cy="4501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grpSp>
        <p:nvGrpSpPr>
          <p:cNvPr id="201" name="Google Shape;201;p16"/>
          <p:cNvGrpSpPr/>
          <p:nvPr/>
        </p:nvGrpSpPr>
        <p:grpSpPr>
          <a:xfrm>
            <a:off x="571950" y="426950"/>
            <a:ext cx="8000100" cy="225513"/>
            <a:chOff x="571950" y="426950"/>
            <a:chExt cx="8000100" cy="225513"/>
          </a:xfrm>
        </p:grpSpPr>
        <p:cxnSp>
          <p:nvCxnSpPr>
            <p:cNvPr id="202" name="Google Shape;202;p16"/>
            <p:cNvCxnSpPr/>
            <p:nvPr/>
          </p:nvCxnSpPr>
          <p:spPr>
            <a:xfrm>
              <a:off x="571950" y="652463"/>
              <a:ext cx="8000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03" name="Google Shape;203;p16"/>
            <p:cNvGrpSpPr/>
            <p:nvPr/>
          </p:nvGrpSpPr>
          <p:grpSpPr>
            <a:xfrm>
              <a:off x="7795650" y="426950"/>
              <a:ext cx="751350" cy="160500"/>
              <a:chOff x="7481600" y="464825"/>
              <a:chExt cx="751350" cy="160500"/>
            </a:xfrm>
          </p:grpSpPr>
          <p:sp>
            <p:nvSpPr>
              <p:cNvPr id="204" name="Google Shape;204;p16"/>
              <p:cNvSpPr/>
              <p:nvPr/>
            </p:nvSpPr>
            <p:spPr>
              <a:xfrm>
                <a:off x="7481600" y="464825"/>
                <a:ext cx="160500" cy="160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205" name="Google Shape;205;p16"/>
              <p:cNvSpPr/>
              <p:nvPr/>
            </p:nvSpPr>
            <p:spPr>
              <a:xfrm>
                <a:off x="7777025" y="464825"/>
                <a:ext cx="160500" cy="160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206" name="Google Shape;206;p16"/>
              <p:cNvSpPr/>
              <p:nvPr/>
            </p:nvSpPr>
            <p:spPr>
              <a:xfrm>
                <a:off x="8072450" y="464825"/>
                <a:ext cx="160500" cy="16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</p:grpSp>
      </p:grpSp>
      <p:sp>
        <p:nvSpPr>
          <p:cNvPr id="207" name="Google Shape;207;p16"/>
          <p:cNvSpPr txBox="1"/>
          <p:nvPr>
            <p:ph type="title"/>
          </p:nvPr>
        </p:nvSpPr>
        <p:spPr>
          <a:xfrm>
            <a:off x="720000" y="3071125"/>
            <a:ext cx="35979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8" name="Google Shape;208;p16"/>
          <p:cNvSpPr txBox="1"/>
          <p:nvPr>
            <p:ph type="subTitle" idx="1"/>
          </p:nvPr>
        </p:nvSpPr>
        <p:spPr>
          <a:xfrm>
            <a:off x="720000" y="3619825"/>
            <a:ext cx="35979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Google Shape;210;p17"/>
          <p:cNvGrpSpPr/>
          <p:nvPr/>
        </p:nvGrpSpPr>
        <p:grpSpPr>
          <a:xfrm>
            <a:off x="-33300" y="-1110646"/>
            <a:ext cx="9177300" cy="7371086"/>
            <a:chOff x="-33300" y="-1110646"/>
            <a:chExt cx="9177300" cy="7371086"/>
          </a:xfrm>
        </p:grpSpPr>
        <p:sp>
          <p:nvSpPr>
            <p:cNvPr id="211" name="Google Shape;211;p17"/>
            <p:cNvSpPr/>
            <p:nvPr/>
          </p:nvSpPr>
          <p:spPr>
            <a:xfrm rot="-5400000">
              <a:off x="-545250" y="-598696"/>
              <a:ext cx="3147900" cy="212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sp>
          <p:nvSpPr>
            <p:cNvPr id="212" name="Google Shape;212;p17"/>
            <p:cNvSpPr/>
            <p:nvPr/>
          </p:nvSpPr>
          <p:spPr>
            <a:xfrm rot="-5400000">
              <a:off x="-545184" y="3624556"/>
              <a:ext cx="3147768" cy="212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sp>
          <p:nvSpPr>
            <p:cNvPr id="213" name="Google Shape;213;p17"/>
            <p:cNvSpPr/>
            <p:nvPr/>
          </p:nvSpPr>
          <p:spPr>
            <a:xfrm rot="-5400000">
              <a:off x="6508050" y="-598696"/>
              <a:ext cx="3147900" cy="212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sp>
          <p:nvSpPr>
            <p:cNvPr id="214" name="Google Shape;214;p17"/>
            <p:cNvSpPr/>
            <p:nvPr/>
          </p:nvSpPr>
          <p:spPr>
            <a:xfrm rot="-5400000">
              <a:off x="6508116" y="3624556"/>
              <a:ext cx="3147768" cy="212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</p:grpSp>
      <p:sp>
        <p:nvSpPr>
          <p:cNvPr id="215" name="Google Shape;215;p17"/>
          <p:cNvSpPr/>
          <p:nvPr/>
        </p:nvSpPr>
        <p:spPr>
          <a:xfrm>
            <a:off x="321000" y="321000"/>
            <a:ext cx="8502000" cy="4501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grpSp>
        <p:nvGrpSpPr>
          <p:cNvPr id="216" name="Google Shape;216;p17"/>
          <p:cNvGrpSpPr/>
          <p:nvPr/>
        </p:nvGrpSpPr>
        <p:grpSpPr>
          <a:xfrm>
            <a:off x="571950" y="426950"/>
            <a:ext cx="8000100" cy="225513"/>
            <a:chOff x="571950" y="426950"/>
            <a:chExt cx="8000100" cy="225513"/>
          </a:xfrm>
        </p:grpSpPr>
        <p:cxnSp>
          <p:nvCxnSpPr>
            <p:cNvPr id="217" name="Google Shape;217;p17"/>
            <p:cNvCxnSpPr/>
            <p:nvPr/>
          </p:nvCxnSpPr>
          <p:spPr>
            <a:xfrm>
              <a:off x="571950" y="652463"/>
              <a:ext cx="8000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18" name="Google Shape;218;p17"/>
            <p:cNvGrpSpPr/>
            <p:nvPr/>
          </p:nvGrpSpPr>
          <p:grpSpPr>
            <a:xfrm>
              <a:off x="7795650" y="426950"/>
              <a:ext cx="751350" cy="160500"/>
              <a:chOff x="7481600" y="464825"/>
              <a:chExt cx="751350" cy="160500"/>
            </a:xfrm>
          </p:grpSpPr>
          <p:sp>
            <p:nvSpPr>
              <p:cNvPr id="219" name="Google Shape;219;p17"/>
              <p:cNvSpPr/>
              <p:nvPr/>
            </p:nvSpPr>
            <p:spPr>
              <a:xfrm>
                <a:off x="7481600" y="464825"/>
                <a:ext cx="160500" cy="160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220" name="Google Shape;220;p17"/>
              <p:cNvSpPr/>
              <p:nvPr/>
            </p:nvSpPr>
            <p:spPr>
              <a:xfrm>
                <a:off x="7777025" y="464825"/>
                <a:ext cx="160500" cy="160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221" name="Google Shape;221;p17"/>
              <p:cNvSpPr/>
              <p:nvPr/>
            </p:nvSpPr>
            <p:spPr>
              <a:xfrm>
                <a:off x="8072450" y="464825"/>
                <a:ext cx="160500" cy="16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</p:grpSp>
      </p:grpSp>
      <p:sp>
        <p:nvSpPr>
          <p:cNvPr id="222" name="Google Shape;222;p17"/>
          <p:cNvSpPr txBox="1"/>
          <p:nvPr>
            <p:ph type="title"/>
          </p:nvPr>
        </p:nvSpPr>
        <p:spPr>
          <a:xfrm>
            <a:off x="4837200" y="3072697"/>
            <a:ext cx="35934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3" name="Google Shape;223;p17"/>
          <p:cNvSpPr txBox="1"/>
          <p:nvPr>
            <p:ph type="subTitle" idx="1"/>
          </p:nvPr>
        </p:nvSpPr>
        <p:spPr>
          <a:xfrm>
            <a:off x="4837371" y="3621397"/>
            <a:ext cx="35934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" name="Google Shape;225;p18"/>
          <p:cNvGrpSpPr/>
          <p:nvPr/>
        </p:nvGrpSpPr>
        <p:grpSpPr>
          <a:xfrm>
            <a:off x="63500" y="121250"/>
            <a:ext cx="8880400" cy="4918000"/>
            <a:chOff x="63500" y="121250"/>
            <a:chExt cx="8880400" cy="4918000"/>
          </a:xfrm>
        </p:grpSpPr>
        <p:sp>
          <p:nvSpPr>
            <p:cNvPr id="226" name="Google Shape;226;p18"/>
            <p:cNvSpPr/>
            <p:nvPr/>
          </p:nvSpPr>
          <p:spPr>
            <a:xfrm flipH="1">
              <a:off x="4572000" y="121250"/>
              <a:ext cx="4371900" cy="212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sp>
          <p:nvSpPr>
            <p:cNvPr id="227" name="Google Shape;227;p18"/>
            <p:cNvSpPr/>
            <p:nvPr/>
          </p:nvSpPr>
          <p:spPr>
            <a:xfrm flipH="1">
              <a:off x="63500" y="2915250"/>
              <a:ext cx="4371900" cy="212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</p:grpSp>
      <p:sp>
        <p:nvSpPr>
          <p:cNvPr id="228" name="Google Shape;228;p18"/>
          <p:cNvSpPr/>
          <p:nvPr/>
        </p:nvSpPr>
        <p:spPr>
          <a:xfrm>
            <a:off x="321000" y="321000"/>
            <a:ext cx="8502000" cy="4501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29" name="Google Shape;229;p18"/>
          <p:cNvSpPr txBox="1"/>
          <p:nvPr>
            <p:ph type="title"/>
          </p:nvPr>
        </p:nvSpPr>
        <p:spPr>
          <a:xfrm>
            <a:off x="720000" y="652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0" name="Google Shape;230;p18"/>
          <p:cNvSpPr txBox="1"/>
          <p:nvPr>
            <p:ph type="subTitle" idx="1"/>
          </p:nvPr>
        </p:nvSpPr>
        <p:spPr>
          <a:xfrm>
            <a:off x="4571999" y="3030625"/>
            <a:ext cx="38589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18"/>
          <p:cNvSpPr txBox="1"/>
          <p:nvPr>
            <p:ph type="subTitle" idx="2"/>
          </p:nvPr>
        </p:nvSpPr>
        <p:spPr>
          <a:xfrm>
            <a:off x="713251" y="3030625"/>
            <a:ext cx="38589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18"/>
          <p:cNvSpPr txBox="1"/>
          <p:nvPr>
            <p:ph type="subTitle" idx="3"/>
          </p:nvPr>
        </p:nvSpPr>
        <p:spPr>
          <a:xfrm>
            <a:off x="713251" y="2649625"/>
            <a:ext cx="38589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200">
                <a:solidFill>
                  <a:schemeClr val="lt2"/>
                </a:solidFill>
                <a:latin typeface="Red Hat Mono Medium"/>
                <a:ea typeface="Red Hat Mono Medium"/>
                <a:cs typeface="Red Hat Mono Medium"/>
                <a:sym typeface="Red Hat Mo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9pPr>
          </a:lstStyle>
          <a:p/>
        </p:txBody>
      </p:sp>
      <p:sp>
        <p:nvSpPr>
          <p:cNvPr id="233" name="Google Shape;233;p18"/>
          <p:cNvSpPr txBox="1"/>
          <p:nvPr>
            <p:ph type="subTitle" idx="4"/>
          </p:nvPr>
        </p:nvSpPr>
        <p:spPr>
          <a:xfrm>
            <a:off x="4572004" y="2649625"/>
            <a:ext cx="38589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200">
                <a:solidFill>
                  <a:schemeClr val="lt2"/>
                </a:solidFill>
                <a:latin typeface="Red Hat Mono Medium"/>
                <a:ea typeface="Red Hat Mono Medium"/>
                <a:cs typeface="Red Hat Mono Medium"/>
                <a:sym typeface="Red Hat Mo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9pPr>
          </a:lstStyle>
          <a:p/>
        </p:txBody>
      </p:sp>
      <p:grpSp>
        <p:nvGrpSpPr>
          <p:cNvPr id="234" name="Google Shape;234;p18"/>
          <p:cNvGrpSpPr/>
          <p:nvPr/>
        </p:nvGrpSpPr>
        <p:grpSpPr>
          <a:xfrm>
            <a:off x="571950" y="426950"/>
            <a:ext cx="8000100" cy="225513"/>
            <a:chOff x="571950" y="426950"/>
            <a:chExt cx="8000100" cy="225513"/>
          </a:xfrm>
        </p:grpSpPr>
        <p:cxnSp>
          <p:nvCxnSpPr>
            <p:cNvPr id="235" name="Google Shape;235;p18"/>
            <p:cNvCxnSpPr/>
            <p:nvPr/>
          </p:nvCxnSpPr>
          <p:spPr>
            <a:xfrm>
              <a:off x="571950" y="652463"/>
              <a:ext cx="8000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36" name="Google Shape;236;p18"/>
            <p:cNvGrpSpPr/>
            <p:nvPr/>
          </p:nvGrpSpPr>
          <p:grpSpPr>
            <a:xfrm>
              <a:off x="7795650" y="426950"/>
              <a:ext cx="751350" cy="160500"/>
              <a:chOff x="7481600" y="464825"/>
              <a:chExt cx="751350" cy="160500"/>
            </a:xfrm>
          </p:grpSpPr>
          <p:sp>
            <p:nvSpPr>
              <p:cNvPr id="237" name="Google Shape;237;p18"/>
              <p:cNvSpPr/>
              <p:nvPr/>
            </p:nvSpPr>
            <p:spPr>
              <a:xfrm>
                <a:off x="7481600" y="464825"/>
                <a:ext cx="160500" cy="160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238" name="Google Shape;238;p18"/>
              <p:cNvSpPr/>
              <p:nvPr/>
            </p:nvSpPr>
            <p:spPr>
              <a:xfrm>
                <a:off x="7777025" y="464825"/>
                <a:ext cx="160500" cy="160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239" name="Google Shape;239;p18"/>
              <p:cNvSpPr/>
              <p:nvPr/>
            </p:nvSpPr>
            <p:spPr>
              <a:xfrm>
                <a:off x="8072450" y="464825"/>
                <a:ext cx="160500" cy="16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Google Shape;241;p19"/>
          <p:cNvGrpSpPr/>
          <p:nvPr/>
        </p:nvGrpSpPr>
        <p:grpSpPr>
          <a:xfrm>
            <a:off x="-211350" y="-668300"/>
            <a:ext cx="10582700" cy="7574375"/>
            <a:chOff x="-211350" y="-668300"/>
            <a:chExt cx="10582700" cy="7574375"/>
          </a:xfrm>
        </p:grpSpPr>
        <p:sp>
          <p:nvSpPr>
            <p:cNvPr id="242" name="Google Shape;242;p19"/>
            <p:cNvSpPr/>
            <p:nvPr/>
          </p:nvSpPr>
          <p:spPr>
            <a:xfrm rot="5400000">
              <a:off x="7123400" y="455650"/>
              <a:ext cx="4371900" cy="212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sp>
          <p:nvSpPr>
            <p:cNvPr id="243" name="Google Shape;243;p19"/>
            <p:cNvSpPr/>
            <p:nvPr/>
          </p:nvSpPr>
          <p:spPr>
            <a:xfrm rot="5400000">
              <a:off x="-575400" y="4418025"/>
              <a:ext cx="2852100" cy="212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</p:grpSp>
      <p:sp>
        <p:nvSpPr>
          <p:cNvPr id="244" name="Google Shape;244;p19"/>
          <p:cNvSpPr/>
          <p:nvPr/>
        </p:nvSpPr>
        <p:spPr>
          <a:xfrm>
            <a:off x="321000" y="321000"/>
            <a:ext cx="8502000" cy="4501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grpSp>
        <p:nvGrpSpPr>
          <p:cNvPr id="245" name="Google Shape;245;p19"/>
          <p:cNvGrpSpPr/>
          <p:nvPr/>
        </p:nvGrpSpPr>
        <p:grpSpPr>
          <a:xfrm>
            <a:off x="571950" y="426950"/>
            <a:ext cx="8000100" cy="225513"/>
            <a:chOff x="571950" y="426950"/>
            <a:chExt cx="8000100" cy="225513"/>
          </a:xfrm>
        </p:grpSpPr>
        <p:cxnSp>
          <p:nvCxnSpPr>
            <p:cNvPr id="246" name="Google Shape;246;p19"/>
            <p:cNvCxnSpPr/>
            <p:nvPr/>
          </p:nvCxnSpPr>
          <p:spPr>
            <a:xfrm>
              <a:off x="571950" y="652463"/>
              <a:ext cx="8000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47" name="Google Shape;247;p19"/>
            <p:cNvGrpSpPr/>
            <p:nvPr/>
          </p:nvGrpSpPr>
          <p:grpSpPr>
            <a:xfrm>
              <a:off x="7795650" y="426950"/>
              <a:ext cx="751350" cy="160500"/>
              <a:chOff x="7481600" y="464825"/>
              <a:chExt cx="751350" cy="160500"/>
            </a:xfrm>
          </p:grpSpPr>
          <p:sp>
            <p:nvSpPr>
              <p:cNvPr id="248" name="Google Shape;248;p19"/>
              <p:cNvSpPr/>
              <p:nvPr/>
            </p:nvSpPr>
            <p:spPr>
              <a:xfrm>
                <a:off x="7481600" y="464825"/>
                <a:ext cx="160500" cy="160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249" name="Google Shape;249;p19"/>
              <p:cNvSpPr/>
              <p:nvPr/>
            </p:nvSpPr>
            <p:spPr>
              <a:xfrm>
                <a:off x="7777025" y="464825"/>
                <a:ext cx="160500" cy="160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250" name="Google Shape;250;p19"/>
              <p:cNvSpPr/>
              <p:nvPr/>
            </p:nvSpPr>
            <p:spPr>
              <a:xfrm>
                <a:off x="8072450" y="464825"/>
                <a:ext cx="160500" cy="16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</p:grpSp>
      </p:grpSp>
      <p:sp>
        <p:nvSpPr>
          <p:cNvPr id="251" name="Google Shape;251;p19"/>
          <p:cNvSpPr txBox="1"/>
          <p:nvPr>
            <p:ph type="title"/>
          </p:nvPr>
        </p:nvSpPr>
        <p:spPr>
          <a:xfrm>
            <a:off x="720000" y="652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2" name="Google Shape;252;p19"/>
          <p:cNvSpPr txBox="1"/>
          <p:nvPr>
            <p:ph type="subTitle" idx="1"/>
          </p:nvPr>
        </p:nvSpPr>
        <p:spPr>
          <a:xfrm>
            <a:off x="4839461" y="1965175"/>
            <a:ext cx="3344400" cy="18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9"/>
          <p:cNvSpPr txBox="1"/>
          <p:nvPr>
            <p:ph type="subTitle" idx="2"/>
          </p:nvPr>
        </p:nvSpPr>
        <p:spPr>
          <a:xfrm>
            <a:off x="960138" y="1965175"/>
            <a:ext cx="3344400" cy="18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Google Shape;255;p20"/>
          <p:cNvGrpSpPr/>
          <p:nvPr/>
        </p:nvGrpSpPr>
        <p:grpSpPr>
          <a:xfrm>
            <a:off x="-211350" y="-668300"/>
            <a:ext cx="10582700" cy="7574375"/>
            <a:chOff x="-211350" y="-668300"/>
            <a:chExt cx="10582700" cy="7574375"/>
          </a:xfrm>
        </p:grpSpPr>
        <p:sp>
          <p:nvSpPr>
            <p:cNvPr id="256" name="Google Shape;256;p20"/>
            <p:cNvSpPr/>
            <p:nvPr/>
          </p:nvSpPr>
          <p:spPr>
            <a:xfrm rot="5400000">
              <a:off x="7123400" y="455650"/>
              <a:ext cx="4371900" cy="212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sp>
          <p:nvSpPr>
            <p:cNvPr id="257" name="Google Shape;257;p20"/>
            <p:cNvSpPr/>
            <p:nvPr/>
          </p:nvSpPr>
          <p:spPr>
            <a:xfrm rot="5400000">
              <a:off x="-575400" y="4418025"/>
              <a:ext cx="2852100" cy="212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</p:grpSp>
      <p:sp>
        <p:nvSpPr>
          <p:cNvPr id="258" name="Google Shape;258;p20"/>
          <p:cNvSpPr/>
          <p:nvPr/>
        </p:nvSpPr>
        <p:spPr>
          <a:xfrm>
            <a:off x="321000" y="321000"/>
            <a:ext cx="8502000" cy="4501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grpSp>
        <p:nvGrpSpPr>
          <p:cNvPr id="259" name="Google Shape;259;p20"/>
          <p:cNvGrpSpPr/>
          <p:nvPr/>
        </p:nvGrpSpPr>
        <p:grpSpPr>
          <a:xfrm>
            <a:off x="571950" y="426950"/>
            <a:ext cx="8000100" cy="225513"/>
            <a:chOff x="571950" y="426950"/>
            <a:chExt cx="8000100" cy="225513"/>
          </a:xfrm>
        </p:grpSpPr>
        <p:cxnSp>
          <p:nvCxnSpPr>
            <p:cNvPr id="260" name="Google Shape;260;p20"/>
            <p:cNvCxnSpPr/>
            <p:nvPr/>
          </p:nvCxnSpPr>
          <p:spPr>
            <a:xfrm>
              <a:off x="571950" y="652463"/>
              <a:ext cx="8000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61" name="Google Shape;261;p20"/>
            <p:cNvGrpSpPr/>
            <p:nvPr/>
          </p:nvGrpSpPr>
          <p:grpSpPr>
            <a:xfrm>
              <a:off x="7795650" y="426950"/>
              <a:ext cx="751350" cy="160500"/>
              <a:chOff x="7481600" y="464825"/>
              <a:chExt cx="751350" cy="160500"/>
            </a:xfrm>
          </p:grpSpPr>
          <p:sp>
            <p:nvSpPr>
              <p:cNvPr id="262" name="Google Shape;262;p20"/>
              <p:cNvSpPr/>
              <p:nvPr/>
            </p:nvSpPr>
            <p:spPr>
              <a:xfrm>
                <a:off x="7481600" y="464825"/>
                <a:ext cx="160500" cy="160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263" name="Google Shape;263;p20"/>
              <p:cNvSpPr/>
              <p:nvPr/>
            </p:nvSpPr>
            <p:spPr>
              <a:xfrm>
                <a:off x="7777025" y="464825"/>
                <a:ext cx="160500" cy="160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264" name="Google Shape;264;p20"/>
              <p:cNvSpPr/>
              <p:nvPr/>
            </p:nvSpPr>
            <p:spPr>
              <a:xfrm>
                <a:off x="8072450" y="464825"/>
                <a:ext cx="160500" cy="16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</p:grpSp>
      </p:grpSp>
      <p:sp>
        <p:nvSpPr>
          <p:cNvPr id="265" name="Google Shape;265;p20"/>
          <p:cNvSpPr txBox="1"/>
          <p:nvPr>
            <p:ph type="title"/>
          </p:nvPr>
        </p:nvSpPr>
        <p:spPr>
          <a:xfrm>
            <a:off x="720000" y="652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6" name="Google Shape;266;p20"/>
          <p:cNvSpPr txBox="1"/>
          <p:nvPr>
            <p:ph type="subTitle" idx="1"/>
          </p:nvPr>
        </p:nvSpPr>
        <p:spPr>
          <a:xfrm>
            <a:off x="719988" y="3411624"/>
            <a:ext cx="22575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20"/>
          <p:cNvSpPr txBox="1"/>
          <p:nvPr>
            <p:ph type="subTitle" idx="2"/>
          </p:nvPr>
        </p:nvSpPr>
        <p:spPr>
          <a:xfrm>
            <a:off x="3443243" y="3411624"/>
            <a:ext cx="22575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20"/>
          <p:cNvSpPr txBox="1"/>
          <p:nvPr>
            <p:ph type="subTitle" idx="3"/>
          </p:nvPr>
        </p:nvSpPr>
        <p:spPr>
          <a:xfrm>
            <a:off x="6166504" y="3411624"/>
            <a:ext cx="22575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20"/>
          <p:cNvSpPr txBox="1"/>
          <p:nvPr>
            <p:ph type="subTitle" idx="4"/>
          </p:nvPr>
        </p:nvSpPr>
        <p:spPr>
          <a:xfrm>
            <a:off x="719988" y="2571740"/>
            <a:ext cx="22575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200">
                <a:solidFill>
                  <a:schemeClr val="lt2"/>
                </a:solidFill>
                <a:latin typeface="Red Hat Mono Medium"/>
                <a:ea typeface="Red Hat Mono Medium"/>
                <a:cs typeface="Red Hat Mono Medium"/>
                <a:sym typeface="Red Hat Mo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9pPr>
          </a:lstStyle>
          <a:p/>
        </p:txBody>
      </p:sp>
      <p:sp>
        <p:nvSpPr>
          <p:cNvPr id="270" name="Google Shape;270;p20"/>
          <p:cNvSpPr txBox="1"/>
          <p:nvPr>
            <p:ph type="subTitle" idx="5"/>
          </p:nvPr>
        </p:nvSpPr>
        <p:spPr>
          <a:xfrm>
            <a:off x="3443243" y="2571740"/>
            <a:ext cx="22575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200">
                <a:solidFill>
                  <a:schemeClr val="lt2"/>
                </a:solidFill>
                <a:latin typeface="Red Hat Mono Medium"/>
                <a:ea typeface="Red Hat Mono Medium"/>
                <a:cs typeface="Red Hat Mono Medium"/>
                <a:sym typeface="Red Hat Mo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9pPr>
          </a:lstStyle>
          <a:p/>
        </p:txBody>
      </p:sp>
      <p:sp>
        <p:nvSpPr>
          <p:cNvPr id="271" name="Google Shape;271;p20"/>
          <p:cNvSpPr txBox="1"/>
          <p:nvPr>
            <p:ph type="subTitle" idx="6"/>
          </p:nvPr>
        </p:nvSpPr>
        <p:spPr>
          <a:xfrm>
            <a:off x="6166504" y="2571740"/>
            <a:ext cx="22575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200">
                <a:solidFill>
                  <a:schemeClr val="lt2"/>
                </a:solidFill>
                <a:latin typeface="Red Hat Mono Medium"/>
                <a:ea typeface="Red Hat Mono Medium"/>
                <a:cs typeface="Red Hat Mono Medium"/>
                <a:sym typeface="Red Hat Mo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" name="Google Shape;273;p21"/>
          <p:cNvGrpSpPr/>
          <p:nvPr/>
        </p:nvGrpSpPr>
        <p:grpSpPr>
          <a:xfrm>
            <a:off x="-353350" y="-403000"/>
            <a:ext cx="9850700" cy="2124000"/>
            <a:chOff x="-353350" y="3747500"/>
            <a:chExt cx="9850700" cy="2124000"/>
          </a:xfrm>
        </p:grpSpPr>
        <p:sp>
          <p:nvSpPr>
            <p:cNvPr id="274" name="Google Shape;274;p21"/>
            <p:cNvSpPr/>
            <p:nvPr/>
          </p:nvSpPr>
          <p:spPr>
            <a:xfrm rot="10800000">
              <a:off x="-353350" y="3747500"/>
              <a:ext cx="4371900" cy="212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sp>
          <p:nvSpPr>
            <p:cNvPr id="275" name="Google Shape;275;p21"/>
            <p:cNvSpPr/>
            <p:nvPr/>
          </p:nvSpPr>
          <p:spPr>
            <a:xfrm rot="10800000">
              <a:off x="5125450" y="3747500"/>
              <a:ext cx="4371900" cy="212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</p:grpSp>
      <p:sp>
        <p:nvSpPr>
          <p:cNvPr id="276" name="Google Shape;276;p21"/>
          <p:cNvSpPr/>
          <p:nvPr/>
        </p:nvSpPr>
        <p:spPr>
          <a:xfrm>
            <a:off x="321000" y="321000"/>
            <a:ext cx="8502000" cy="4501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grpSp>
        <p:nvGrpSpPr>
          <p:cNvPr id="277" name="Google Shape;277;p21"/>
          <p:cNvGrpSpPr/>
          <p:nvPr/>
        </p:nvGrpSpPr>
        <p:grpSpPr>
          <a:xfrm>
            <a:off x="571950" y="426950"/>
            <a:ext cx="8000100" cy="225513"/>
            <a:chOff x="571950" y="426950"/>
            <a:chExt cx="8000100" cy="225513"/>
          </a:xfrm>
        </p:grpSpPr>
        <p:cxnSp>
          <p:nvCxnSpPr>
            <p:cNvPr id="278" name="Google Shape;278;p21"/>
            <p:cNvCxnSpPr/>
            <p:nvPr/>
          </p:nvCxnSpPr>
          <p:spPr>
            <a:xfrm>
              <a:off x="571950" y="652463"/>
              <a:ext cx="8000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79" name="Google Shape;279;p21"/>
            <p:cNvGrpSpPr/>
            <p:nvPr/>
          </p:nvGrpSpPr>
          <p:grpSpPr>
            <a:xfrm>
              <a:off x="7795650" y="426950"/>
              <a:ext cx="751350" cy="160500"/>
              <a:chOff x="7481600" y="464825"/>
              <a:chExt cx="751350" cy="160500"/>
            </a:xfrm>
          </p:grpSpPr>
          <p:sp>
            <p:nvSpPr>
              <p:cNvPr id="280" name="Google Shape;280;p21"/>
              <p:cNvSpPr/>
              <p:nvPr/>
            </p:nvSpPr>
            <p:spPr>
              <a:xfrm>
                <a:off x="7481600" y="464825"/>
                <a:ext cx="160500" cy="160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281" name="Google Shape;281;p21"/>
              <p:cNvSpPr/>
              <p:nvPr/>
            </p:nvSpPr>
            <p:spPr>
              <a:xfrm>
                <a:off x="7777025" y="464825"/>
                <a:ext cx="160500" cy="160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282" name="Google Shape;282;p21"/>
              <p:cNvSpPr/>
              <p:nvPr/>
            </p:nvSpPr>
            <p:spPr>
              <a:xfrm>
                <a:off x="8072450" y="464825"/>
                <a:ext cx="160500" cy="16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</p:grpSp>
      </p:grpSp>
      <p:sp>
        <p:nvSpPr>
          <p:cNvPr id="283" name="Google Shape;283;p21"/>
          <p:cNvSpPr txBox="1"/>
          <p:nvPr>
            <p:ph type="title"/>
          </p:nvPr>
        </p:nvSpPr>
        <p:spPr>
          <a:xfrm>
            <a:off x="720000" y="652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4" name="Google Shape;284;p21"/>
          <p:cNvSpPr txBox="1"/>
          <p:nvPr>
            <p:ph type="subTitle" idx="1"/>
          </p:nvPr>
        </p:nvSpPr>
        <p:spPr>
          <a:xfrm>
            <a:off x="1995248" y="2234800"/>
            <a:ext cx="22860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21"/>
          <p:cNvSpPr txBox="1"/>
          <p:nvPr>
            <p:ph type="subTitle" idx="2"/>
          </p:nvPr>
        </p:nvSpPr>
        <p:spPr>
          <a:xfrm>
            <a:off x="5902752" y="2234800"/>
            <a:ext cx="22860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21"/>
          <p:cNvSpPr txBox="1"/>
          <p:nvPr>
            <p:ph type="subTitle" idx="3"/>
          </p:nvPr>
        </p:nvSpPr>
        <p:spPr>
          <a:xfrm>
            <a:off x="1995248" y="3872400"/>
            <a:ext cx="22860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21"/>
          <p:cNvSpPr txBox="1"/>
          <p:nvPr>
            <p:ph type="subTitle" idx="4"/>
          </p:nvPr>
        </p:nvSpPr>
        <p:spPr>
          <a:xfrm>
            <a:off x="5902752" y="3872400"/>
            <a:ext cx="22860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21"/>
          <p:cNvSpPr txBox="1"/>
          <p:nvPr>
            <p:ph type="subTitle" idx="5"/>
          </p:nvPr>
        </p:nvSpPr>
        <p:spPr>
          <a:xfrm>
            <a:off x="1995248" y="1450398"/>
            <a:ext cx="22860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200">
                <a:solidFill>
                  <a:schemeClr val="lt2"/>
                </a:solidFill>
                <a:latin typeface="Red Hat Mono Medium"/>
                <a:ea typeface="Red Hat Mono Medium"/>
                <a:cs typeface="Red Hat Mono Medium"/>
                <a:sym typeface="Red Hat Mo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9pPr>
          </a:lstStyle>
          <a:p/>
        </p:txBody>
      </p:sp>
      <p:sp>
        <p:nvSpPr>
          <p:cNvPr id="289" name="Google Shape;289;p21"/>
          <p:cNvSpPr txBox="1"/>
          <p:nvPr>
            <p:ph type="subTitle" idx="6"/>
          </p:nvPr>
        </p:nvSpPr>
        <p:spPr>
          <a:xfrm>
            <a:off x="1995248" y="3088098"/>
            <a:ext cx="22860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200">
                <a:solidFill>
                  <a:schemeClr val="lt2"/>
                </a:solidFill>
                <a:latin typeface="Red Hat Mono Medium"/>
                <a:ea typeface="Red Hat Mono Medium"/>
                <a:cs typeface="Red Hat Mono Medium"/>
                <a:sym typeface="Red Hat Mo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9pPr>
          </a:lstStyle>
          <a:p/>
        </p:txBody>
      </p:sp>
      <p:sp>
        <p:nvSpPr>
          <p:cNvPr id="290" name="Google Shape;290;p21"/>
          <p:cNvSpPr txBox="1"/>
          <p:nvPr>
            <p:ph type="subTitle" idx="7"/>
          </p:nvPr>
        </p:nvSpPr>
        <p:spPr>
          <a:xfrm>
            <a:off x="5902748" y="1450398"/>
            <a:ext cx="22860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200">
                <a:solidFill>
                  <a:schemeClr val="lt2"/>
                </a:solidFill>
                <a:latin typeface="Red Hat Mono Medium"/>
                <a:ea typeface="Red Hat Mono Medium"/>
                <a:cs typeface="Red Hat Mono Medium"/>
                <a:sym typeface="Red Hat Mo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9pPr>
          </a:lstStyle>
          <a:p/>
        </p:txBody>
      </p:sp>
      <p:sp>
        <p:nvSpPr>
          <p:cNvPr id="291" name="Google Shape;291;p21"/>
          <p:cNvSpPr txBox="1"/>
          <p:nvPr>
            <p:ph type="subTitle" idx="8"/>
          </p:nvPr>
        </p:nvSpPr>
        <p:spPr>
          <a:xfrm>
            <a:off x="5902748" y="3088098"/>
            <a:ext cx="22860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200">
                <a:solidFill>
                  <a:schemeClr val="lt2"/>
                </a:solidFill>
                <a:latin typeface="Red Hat Mono Medium"/>
                <a:ea typeface="Red Hat Mono Medium"/>
                <a:cs typeface="Red Hat Mono Medium"/>
                <a:sym typeface="Red Hat Mo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22"/>
          <p:cNvGrpSpPr/>
          <p:nvPr/>
        </p:nvGrpSpPr>
        <p:grpSpPr>
          <a:xfrm>
            <a:off x="69575" y="-104400"/>
            <a:ext cx="9336325" cy="5086100"/>
            <a:chOff x="69575" y="-104400"/>
            <a:chExt cx="9336325" cy="5086100"/>
          </a:xfrm>
        </p:grpSpPr>
        <p:sp>
          <p:nvSpPr>
            <p:cNvPr id="294" name="Google Shape;294;p22"/>
            <p:cNvSpPr/>
            <p:nvPr/>
          </p:nvSpPr>
          <p:spPr>
            <a:xfrm rot="-5400000">
              <a:off x="-1054375" y="1019550"/>
              <a:ext cx="4371900" cy="212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sp>
          <p:nvSpPr>
            <p:cNvPr id="295" name="Google Shape;295;p22"/>
            <p:cNvSpPr/>
            <p:nvPr/>
          </p:nvSpPr>
          <p:spPr>
            <a:xfrm rot="10800000">
              <a:off x="5034000" y="2857700"/>
              <a:ext cx="4371900" cy="212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</p:grpSp>
      <p:sp>
        <p:nvSpPr>
          <p:cNvPr id="296" name="Google Shape;296;p22"/>
          <p:cNvSpPr/>
          <p:nvPr/>
        </p:nvSpPr>
        <p:spPr>
          <a:xfrm>
            <a:off x="321000" y="321000"/>
            <a:ext cx="8502000" cy="4501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grpSp>
        <p:nvGrpSpPr>
          <p:cNvPr id="297" name="Google Shape;297;p22"/>
          <p:cNvGrpSpPr/>
          <p:nvPr/>
        </p:nvGrpSpPr>
        <p:grpSpPr>
          <a:xfrm>
            <a:off x="571950" y="426950"/>
            <a:ext cx="8000100" cy="225513"/>
            <a:chOff x="571950" y="426950"/>
            <a:chExt cx="8000100" cy="225513"/>
          </a:xfrm>
        </p:grpSpPr>
        <p:cxnSp>
          <p:nvCxnSpPr>
            <p:cNvPr id="298" name="Google Shape;298;p22"/>
            <p:cNvCxnSpPr/>
            <p:nvPr/>
          </p:nvCxnSpPr>
          <p:spPr>
            <a:xfrm>
              <a:off x="571950" y="652463"/>
              <a:ext cx="8000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99" name="Google Shape;299;p22"/>
            <p:cNvGrpSpPr/>
            <p:nvPr/>
          </p:nvGrpSpPr>
          <p:grpSpPr>
            <a:xfrm>
              <a:off x="7795650" y="426950"/>
              <a:ext cx="751350" cy="160500"/>
              <a:chOff x="7481600" y="464825"/>
              <a:chExt cx="751350" cy="160500"/>
            </a:xfrm>
          </p:grpSpPr>
          <p:sp>
            <p:nvSpPr>
              <p:cNvPr id="300" name="Google Shape;300;p22"/>
              <p:cNvSpPr/>
              <p:nvPr/>
            </p:nvSpPr>
            <p:spPr>
              <a:xfrm>
                <a:off x="7481600" y="464825"/>
                <a:ext cx="160500" cy="160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301" name="Google Shape;301;p22"/>
              <p:cNvSpPr/>
              <p:nvPr/>
            </p:nvSpPr>
            <p:spPr>
              <a:xfrm>
                <a:off x="7777025" y="464825"/>
                <a:ext cx="160500" cy="160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302" name="Google Shape;302;p22"/>
              <p:cNvSpPr/>
              <p:nvPr/>
            </p:nvSpPr>
            <p:spPr>
              <a:xfrm>
                <a:off x="8072450" y="464825"/>
                <a:ext cx="160500" cy="16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</p:grpSp>
      </p:grpSp>
      <p:sp>
        <p:nvSpPr>
          <p:cNvPr id="303" name="Google Shape;303;p22"/>
          <p:cNvSpPr txBox="1"/>
          <p:nvPr>
            <p:ph type="title"/>
          </p:nvPr>
        </p:nvSpPr>
        <p:spPr>
          <a:xfrm>
            <a:off x="726775" y="652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4" name="Google Shape;304;p22"/>
          <p:cNvSpPr txBox="1"/>
          <p:nvPr>
            <p:ph type="subTitle" idx="1"/>
          </p:nvPr>
        </p:nvSpPr>
        <p:spPr>
          <a:xfrm>
            <a:off x="713225" y="2235742"/>
            <a:ext cx="22128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22"/>
          <p:cNvSpPr txBox="1"/>
          <p:nvPr>
            <p:ph type="subTitle" idx="2"/>
          </p:nvPr>
        </p:nvSpPr>
        <p:spPr>
          <a:xfrm>
            <a:off x="3465629" y="2235742"/>
            <a:ext cx="22128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22"/>
          <p:cNvSpPr txBox="1"/>
          <p:nvPr>
            <p:ph type="subTitle" idx="3"/>
          </p:nvPr>
        </p:nvSpPr>
        <p:spPr>
          <a:xfrm>
            <a:off x="713225" y="3871693"/>
            <a:ext cx="22128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22"/>
          <p:cNvSpPr txBox="1"/>
          <p:nvPr>
            <p:ph type="subTitle" idx="4"/>
          </p:nvPr>
        </p:nvSpPr>
        <p:spPr>
          <a:xfrm>
            <a:off x="3465629" y="3871693"/>
            <a:ext cx="22128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22"/>
          <p:cNvSpPr txBox="1"/>
          <p:nvPr>
            <p:ph type="subTitle" idx="5"/>
          </p:nvPr>
        </p:nvSpPr>
        <p:spPr>
          <a:xfrm>
            <a:off x="6218033" y="2235742"/>
            <a:ext cx="22128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22"/>
          <p:cNvSpPr txBox="1"/>
          <p:nvPr>
            <p:ph type="subTitle" idx="6"/>
          </p:nvPr>
        </p:nvSpPr>
        <p:spPr>
          <a:xfrm>
            <a:off x="6218033" y="3871693"/>
            <a:ext cx="22128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22"/>
          <p:cNvSpPr txBox="1"/>
          <p:nvPr>
            <p:ph type="subTitle" idx="7"/>
          </p:nvPr>
        </p:nvSpPr>
        <p:spPr>
          <a:xfrm>
            <a:off x="714227" y="1455820"/>
            <a:ext cx="22110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200">
                <a:solidFill>
                  <a:schemeClr val="lt2"/>
                </a:solidFill>
                <a:latin typeface="Red Hat Mono Medium"/>
                <a:ea typeface="Red Hat Mono Medium"/>
                <a:cs typeface="Red Hat Mono Medium"/>
                <a:sym typeface="Red Hat Mo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9pPr>
          </a:lstStyle>
          <a:p/>
        </p:txBody>
      </p:sp>
      <p:sp>
        <p:nvSpPr>
          <p:cNvPr id="311" name="Google Shape;311;p22"/>
          <p:cNvSpPr txBox="1"/>
          <p:nvPr>
            <p:ph type="subTitle" idx="8"/>
          </p:nvPr>
        </p:nvSpPr>
        <p:spPr>
          <a:xfrm>
            <a:off x="3466632" y="1455820"/>
            <a:ext cx="22110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200">
                <a:solidFill>
                  <a:schemeClr val="lt2"/>
                </a:solidFill>
                <a:latin typeface="Red Hat Mono Medium"/>
                <a:ea typeface="Red Hat Mono Medium"/>
                <a:cs typeface="Red Hat Mono Medium"/>
                <a:sym typeface="Red Hat Mo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9pPr>
          </a:lstStyle>
          <a:p/>
        </p:txBody>
      </p:sp>
      <p:sp>
        <p:nvSpPr>
          <p:cNvPr id="312" name="Google Shape;312;p22"/>
          <p:cNvSpPr txBox="1"/>
          <p:nvPr>
            <p:ph type="subTitle" idx="9"/>
          </p:nvPr>
        </p:nvSpPr>
        <p:spPr>
          <a:xfrm>
            <a:off x="6219036" y="1455820"/>
            <a:ext cx="22110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200">
                <a:solidFill>
                  <a:schemeClr val="lt2"/>
                </a:solidFill>
                <a:latin typeface="Red Hat Mono Medium"/>
                <a:ea typeface="Red Hat Mono Medium"/>
                <a:cs typeface="Red Hat Mono Medium"/>
                <a:sym typeface="Red Hat Mo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9pPr>
          </a:lstStyle>
          <a:p/>
        </p:txBody>
      </p:sp>
      <p:sp>
        <p:nvSpPr>
          <p:cNvPr id="313" name="Google Shape;313;p22"/>
          <p:cNvSpPr txBox="1"/>
          <p:nvPr>
            <p:ph type="subTitle" idx="13"/>
          </p:nvPr>
        </p:nvSpPr>
        <p:spPr>
          <a:xfrm>
            <a:off x="714227" y="3091747"/>
            <a:ext cx="22110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200">
                <a:solidFill>
                  <a:schemeClr val="lt2"/>
                </a:solidFill>
                <a:latin typeface="Red Hat Mono Medium"/>
                <a:ea typeface="Red Hat Mono Medium"/>
                <a:cs typeface="Red Hat Mono Medium"/>
                <a:sym typeface="Red Hat Mo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9pPr>
          </a:lstStyle>
          <a:p/>
        </p:txBody>
      </p:sp>
      <p:sp>
        <p:nvSpPr>
          <p:cNvPr id="314" name="Google Shape;314;p22"/>
          <p:cNvSpPr txBox="1"/>
          <p:nvPr>
            <p:ph type="subTitle" idx="14"/>
          </p:nvPr>
        </p:nvSpPr>
        <p:spPr>
          <a:xfrm>
            <a:off x="3466632" y="3091747"/>
            <a:ext cx="22110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200">
                <a:solidFill>
                  <a:schemeClr val="lt2"/>
                </a:solidFill>
                <a:latin typeface="Red Hat Mono Medium"/>
                <a:ea typeface="Red Hat Mono Medium"/>
                <a:cs typeface="Red Hat Mono Medium"/>
                <a:sym typeface="Red Hat Mo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9pPr>
          </a:lstStyle>
          <a:p/>
        </p:txBody>
      </p:sp>
      <p:sp>
        <p:nvSpPr>
          <p:cNvPr id="315" name="Google Shape;315;p22"/>
          <p:cNvSpPr txBox="1"/>
          <p:nvPr>
            <p:ph type="subTitle" idx="15"/>
          </p:nvPr>
        </p:nvSpPr>
        <p:spPr>
          <a:xfrm>
            <a:off x="6219036" y="3091747"/>
            <a:ext cx="22110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200">
                <a:solidFill>
                  <a:schemeClr val="lt2"/>
                </a:solidFill>
                <a:latin typeface="Red Hat Mono Medium"/>
                <a:ea typeface="Red Hat Mono Medium"/>
                <a:cs typeface="Red Hat Mono Medium"/>
                <a:sym typeface="Red Hat Mo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ed Hat Mono" panose="02010509040201060303"/>
              <a:buNone/>
              <a:defRPr sz="2400" b="1"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1">
  <p:cSld name="CUSTOM_7_1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" name="Google Shape;317;p23"/>
          <p:cNvGrpSpPr/>
          <p:nvPr/>
        </p:nvGrpSpPr>
        <p:grpSpPr>
          <a:xfrm flipH="1">
            <a:off x="69575" y="-104400"/>
            <a:ext cx="9336325" cy="5086100"/>
            <a:chOff x="69575" y="-104400"/>
            <a:chExt cx="9336325" cy="5086100"/>
          </a:xfrm>
        </p:grpSpPr>
        <p:sp>
          <p:nvSpPr>
            <p:cNvPr id="318" name="Google Shape;318;p23"/>
            <p:cNvSpPr/>
            <p:nvPr/>
          </p:nvSpPr>
          <p:spPr>
            <a:xfrm rot="-5400000">
              <a:off x="-1054375" y="1019550"/>
              <a:ext cx="4371900" cy="212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sp>
          <p:nvSpPr>
            <p:cNvPr id="319" name="Google Shape;319;p23"/>
            <p:cNvSpPr/>
            <p:nvPr/>
          </p:nvSpPr>
          <p:spPr>
            <a:xfrm rot="10800000">
              <a:off x="5034000" y="2857700"/>
              <a:ext cx="4371900" cy="212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</p:grpSp>
      <p:sp>
        <p:nvSpPr>
          <p:cNvPr id="320" name="Google Shape;320;p23"/>
          <p:cNvSpPr/>
          <p:nvPr/>
        </p:nvSpPr>
        <p:spPr>
          <a:xfrm>
            <a:off x="321000" y="321000"/>
            <a:ext cx="8502000" cy="4501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grpSp>
        <p:nvGrpSpPr>
          <p:cNvPr id="321" name="Google Shape;321;p23"/>
          <p:cNvGrpSpPr/>
          <p:nvPr/>
        </p:nvGrpSpPr>
        <p:grpSpPr>
          <a:xfrm>
            <a:off x="571950" y="426950"/>
            <a:ext cx="8000100" cy="225513"/>
            <a:chOff x="571950" y="426950"/>
            <a:chExt cx="8000100" cy="225513"/>
          </a:xfrm>
        </p:grpSpPr>
        <p:cxnSp>
          <p:nvCxnSpPr>
            <p:cNvPr id="322" name="Google Shape;322;p23"/>
            <p:cNvCxnSpPr/>
            <p:nvPr/>
          </p:nvCxnSpPr>
          <p:spPr>
            <a:xfrm>
              <a:off x="571950" y="652463"/>
              <a:ext cx="8000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23" name="Google Shape;323;p23"/>
            <p:cNvGrpSpPr/>
            <p:nvPr/>
          </p:nvGrpSpPr>
          <p:grpSpPr>
            <a:xfrm>
              <a:off x="7795650" y="426950"/>
              <a:ext cx="751350" cy="160500"/>
              <a:chOff x="7481600" y="464825"/>
              <a:chExt cx="751350" cy="160500"/>
            </a:xfrm>
          </p:grpSpPr>
          <p:sp>
            <p:nvSpPr>
              <p:cNvPr id="324" name="Google Shape;324;p23"/>
              <p:cNvSpPr/>
              <p:nvPr/>
            </p:nvSpPr>
            <p:spPr>
              <a:xfrm>
                <a:off x="7481600" y="464825"/>
                <a:ext cx="160500" cy="160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325" name="Google Shape;325;p23"/>
              <p:cNvSpPr/>
              <p:nvPr/>
            </p:nvSpPr>
            <p:spPr>
              <a:xfrm>
                <a:off x="7777025" y="464825"/>
                <a:ext cx="160500" cy="160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326" name="Google Shape;326;p23"/>
              <p:cNvSpPr/>
              <p:nvPr/>
            </p:nvSpPr>
            <p:spPr>
              <a:xfrm>
                <a:off x="8072450" y="464825"/>
                <a:ext cx="160500" cy="16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</p:grpSp>
      </p:grpSp>
      <p:sp>
        <p:nvSpPr>
          <p:cNvPr id="327" name="Google Shape;327;p23"/>
          <p:cNvSpPr txBox="1"/>
          <p:nvPr>
            <p:ph type="title"/>
          </p:nvPr>
        </p:nvSpPr>
        <p:spPr>
          <a:xfrm>
            <a:off x="726775" y="652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8" name="Google Shape;328;p23"/>
          <p:cNvSpPr txBox="1"/>
          <p:nvPr>
            <p:ph type="subTitle" idx="1"/>
          </p:nvPr>
        </p:nvSpPr>
        <p:spPr>
          <a:xfrm>
            <a:off x="5011025" y="1460300"/>
            <a:ext cx="34197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" name="Google Shape;329;p23"/>
          <p:cNvSpPr txBox="1"/>
          <p:nvPr>
            <p:ph type="subTitle" idx="2"/>
          </p:nvPr>
        </p:nvSpPr>
        <p:spPr>
          <a:xfrm>
            <a:off x="5011025" y="3536300"/>
            <a:ext cx="34197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0" name="Google Shape;330;p23"/>
          <p:cNvSpPr txBox="1"/>
          <p:nvPr>
            <p:ph type="subTitle" idx="3"/>
          </p:nvPr>
        </p:nvSpPr>
        <p:spPr>
          <a:xfrm>
            <a:off x="5011025" y="2498300"/>
            <a:ext cx="34197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23"/>
          <p:cNvSpPr txBox="1"/>
          <p:nvPr>
            <p:ph type="subTitle" idx="4"/>
          </p:nvPr>
        </p:nvSpPr>
        <p:spPr>
          <a:xfrm>
            <a:off x="5011025" y="1979300"/>
            <a:ext cx="34197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2" name="Google Shape;332;p23"/>
          <p:cNvSpPr txBox="1"/>
          <p:nvPr>
            <p:ph type="subTitle" idx="5"/>
          </p:nvPr>
        </p:nvSpPr>
        <p:spPr>
          <a:xfrm>
            <a:off x="5011025" y="3017300"/>
            <a:ext cx="34197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23"/>
          <p:cNvSpPr txBox="1"/>
          <p:nvPr>
            <p:ph type="subTitle" idx="6"/>
          </p:nvPr>
        </p:nvSpPr>
        <p:spPr>
          <a:xfrm>
            <a:off x="5011025" y="4055300"/>
            <a:ext cx="34197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p23"/>
          <p:cNvSpPr txBox="1"/>
          <p:nvPr>
            <p:ph type="subTitle" idx="7"/>
          </p:nvPr>
        </p:nvSpPr>
        <p:spPr>
          <a:xfrm>
            <a:off x="713226" y="1460300"/>
            <a:ext cx="4297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lt2"/>
                </a:solidFill>
                <a:latin typeface="Red Hat Mono Medium"/>
                <a:ea typeface="Red Hat Mono Medium"/>
                <a:cs typeface="Red Hat Mono Medium"/>
                <a:sym typeface="Red Hat Mo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5" name="Google Shape;335;p23"/>
          <p:cNvSpPr txBox="1"/>
          <p:nvPr>
            <p:ph type="subTitle" idx="8"/>
          </p:nvPr>
        </p:nvSpPr>
        <p:spPr>
          <a:xfrm>
            <a:off x="713226" y="3536300"/>
            <a:ext cx="4297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lt2"/>
                </a:solidFill>
                <a:latin typeface="Red Hat Mono Medium"/>
                <a:ea typeface="Red Hat Mono Medium"/>
                <a:cs typeface="Red Hat Mono Medium"/>
                <a:sym typeface="Red Hat Mo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6" name="Google Shape;336;p23"/>
          <p:cNvSpPr txBox="1"/>
          <p:nvPr>
            <p:ph type="subTitle" idx="9"/>
          </p:nvPr>
        </p:nvSpPr>
        <p:spPr>
          <a:xfrm>
            <a:off x="713226" y="3017300"/>
            <a:ext cx="4297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lt2"/>
                </a:solidFill>
                <a:latin typeface="Red Hat Mono Medium"/>
                <a:ea typeface="Red Hat Mono Medium"/>
                <a:cs typeface="Red Hat Mono Medium"/>
                <a:sym typeface="Red Hat Mo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7" name="Google Shape;337;p23"/>
          <p:cNvSpPr txBox="1"/>
          <p:nvPr>
            <p:ph type="subTitle" idx="13"/>
          </p:nvPr>
        </p:nvSpPr>
        <p:spPr>
          <a:xfrm>
            <a:off x="713226" y="2498300"/>
            <a:ext cx="4297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lt2"/>
                </a:solidFill>
                <a:latin typeface="Red Hat Mono Medium"/>
                <a:ea typeface="Red Hat Mono Medium"/>
                <a:cs typeface="Red Hat Mono Medium"/>
                <a:sym typeface="Red Hat Mo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8" name="Google Shape;338;p23"/>
          <p:cNvSpPr txBox="1"/>
          <p:nvPr>
            <p:ph type="subTitle" idx="14"/>
          </p:nvPr>
        </p:nvSpPr>
        <p:spPr>
          <a:xfrm>
            <a:off x="713226" y="1979300"/>
            <a:ext cx="4297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lt2"/>
                </a:solidFill>
                <a:latin typeface="Red Hat Mono Medium"/>
                <a:ea typeface="Red Hat Mono Medium"/>
                <a:cs typeface="Red Hat Mono Medium"/>
                <a:sym typeface="Red Hat Mo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9" name="Google Shape;339;p23"/>
          <p:cNvSpPr txBox="1"/>
          <p:nvPr>
            <p:ph type="subTitle" idx="15"/>
          </p:nvPr>
        </p:nvSpPr>
        <p:spPr>
          <a:xfrm>
            <a:off x="713226" y="4055300"/>
            <a:ext cx="4297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lt2"/>
                </a:solidFill>
                <a:latin typeface="Red Hat Mono Medium"/>
                <a:ea typeface="Red Hat Mono Medium"/>
                <a:cs typeface="Red Hat Mono Medium"/>
                <a:sym typeface="Red Hat Mo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1" name="Google Shape;341;p24"/>
          <p:cNvGrpSpPr/>
          <p:nvPr/>
        </p:nvGrpSpPr>
        <p:grpSpPr>
          <a:xfrm>
            <a:off x="-353350" y="447750"/>
            <a:ext cx="9850700" cy="4248000"/>
            <a:chOff x="-353350" y="447750"/>
            <a:chExt cx="9850700" cy="4248000"/>
          </a:xfrm>
        </p:grpSpPr>
        <p:grpSp>
          <p:nvGrpSpPr>
            <p:cNvPr id="342" name="Google Shape;342;p24"/>
            <p:cNvGrpSpPr/>
            <p:nvPr/>
          </p:nvGrpSpPr>
          <p:grpSpPr>
            <a:xfrm>
              <a:off x="-353350" y="2571750"/>
              <a:ext cx="9850700" cy="2124000"/>
              <a:chOff x="-353350" y="3943350"/>
              <a:chExt cx="9850700" cy="2124000"/>
            </a:xfrm>
          </p:grpSpPr>
          <p:sp>
            <p:nvSpPr>
              <p:cNvPr id="343" name="Google Shape;343;p24"/>
              <p:cNvSpPr/>
              <p:nvPr/>
            </p:nvSpPr>
            <p:spPr>
              <a:xfrm rot="10800000">
                <a:off x="-353350" y="3943350"/>
                <a:ext cx="4371900" cy="2124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344" name="Google Shape;344;p24"/>
              <p:cNvSpPr/>
              <p:nvPr/>
            </p:nvSpPr>
            <p:spPr>
              <a:xfrm rot="10800000">
                <a:off x="5125450" y="3943350"/>
                <a:ext cx="4371900" cy="2124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</p:grpSp>
        <p:grpSp>
          <p:nvGrpSpPr>
            <p:cNvPr id="345" name="Google Shape;345;p24"/>
            <p:cNvGrpSpPr/>
            <p:nvPr/>
          </p:nvGrpSpPr>
          <p:grpSpPr>
            <a:xfrm>
              <a:off x="-353350" y="447750"/>
              <a:ext cx="9850700" cy="2124000"/>
              <a:chOff x="-353350" y="3768300"/>
              <a:chExt cx="9850700" cy="2124000"/>
            </a:xfrm>
          </p:grpSpPr>
          <p:sp>
            <p:nvSpPr>
              <p:cNvPr id="346" name="Google Shape;346;p24"/>
              <p:cNvSpPr/>
              <p:nvPr/>
            </p:nvSpPr>
            <p:spPr>
              <a:xfrm rot="10800000">
                <a:off x="-353350" y="3768300"/>
                <a:ext cx="4371900" cy="2124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347" name="Google Shape;347;p24"/>
              <p:cNvSpPr/>
              <p:nvPr/>
            </p:nvSpPr>
            <p:spPr>
              <a:xfrm rot="10800000">
                <a:off x="5125450" y="3768300"/>
                <a:ext cx="4371900" cy="2124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  <a:effectLst>
                <a:outerShdw blurRad="142875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</p:grpSp>
      </p:grpSp>
      <p:sp>
        <p:nvSpPr>
          <p:cNvPr id="348" name="Google Shape;348;p24"/>
          <p:cNvSpPr/>
          <p:nvPr/>
        </p:nvSpPr>
        <p:spPr>
          <a:xfrm>
            <a:off x="321000" y="321000"/>
            <a:ext cx="8502000" cy="4501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349" name="Google Shape;349;p24"/>
          <p:cNvSpPr txBox="1"/>
          <p:nvPr>
            <p:ph type="title"/>
          </p:nvPr>
        </p:nvSpPr>
        <p:spPr>
          <a:xfrm>
            <a:off x="720000" y="652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50" name="Google Shape;350;p24"/>
          <p:cNvGrpSpPr/>
          <p:nvPr/>
        </p:nvGrpSpPr>
        <p:grpSpPr>
          <a:xfrm>
            <a:off x="571950" y="426950"/>
            <a:ext cx="8000100" cy="225513"/>
            <a:chOff x="571950" y="426950"/>
            <a:chExt cx="8000100" cy="225513"/>
          </a:xfrm>
        </p:grpSpPr>
        <p:cxnSp>
          <p:nvCxnSpPr>
            <p:cNvPr id="351" name="Google Shape;351;p24"/>
            <p:cNvCxnSpPr/>
            <p:nvPr/>
          </p:nvCxnSpPr>
          <p:spPr>
            <a:xfrm>
              <a:off x="571950" y="652463"/>
              <a:ext cx="8000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52" name="Google Shape;352;p24"/>
            <p:cNvGrpSpPr/>
            <p:nvPr/>
          </p:nvGrpSpPr>
          <p:grpSpPr>
            <a:xfrm>
              <a:off x="7795650" y="426950"/>
              <a:ext cx="751350" cy="160500"/>
              <a:chOff x="7481600" y="464825"/>
              <a:chExt cx="751350" cy="160500"/>
            </a:xfrm>
          </p:grpSpPr>
          <p:sp>
            <p:nvSpPr>
              <p:cNvPr id="353" name="Google Shape;353;p24"/>
              <p:cNvSpPr/>
              <p:nvPr/>
            </p:nvSpPr>
            <p:spPr>
              <a:xfrm>
                <a:off x="7481600" y="464825"/>
                <a:ext cx="160500" cy="160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354" name="Google Shape;354;p24"/>
              <p:cNvSpPr/>
              <p:nvPr/>
            </p:nvSpPr>
            <p:spPr>
              <a:xfrm>
                <a:off x="7777025" y="464825"/>
                <a:ext cx="160500" cy="160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355" name="Google Shape;355;p24"/>
              <p:cNvSpPr/>
              <p:nvPr/>
            </p:nvSpPr>
            <p:spPr>
              <a:xfrm>
                <a:off x="8072450" y="464825"/>
                <a:ext cx="160500" cy="16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7" name="Google Shape;357;p25"/>
          <p:cNvGrpSpPr/>
          <p:nvPr/>
        </p:nvGrpSpPr>
        <p:grpSpPr>
          <a:xfrm>
            <a:off x="0" y="2070625"/>
            <a:ext cx="9144000" cy="4371900"/>
            <a:chOff x="0" y="2070625"/>
            <a:chExt cx="9144000" cy="4371900"/>
          </a:xfrm>
        </p:grpSpPr>
        <p:sp>
          <p:nvSpPr>
            <p:cNvPr id="358" name="Google Shape;358;p25"/>
            <p:cNvSpPr/>
            <p:nvPr/>
          </p:nvSpPr>
          <p:spPr>
            <a:xfrm rot="5400000">
              <a:off x="5896050" y="3194575"/>
              <a:ext cx="4371900" cy="212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sp>
          <p:nvSpPr>
            <p:cNvPr id="359" name="Google Shape;359;p25"/>
            <p:cNvSpPr/>
            <p:nvPr/>
          </p:nvSpPr>
          <p:spPr>
            <a:xfrm rot="5400000">
              <a:off x="-1123950" y="3194575"/>
              <a:ext cx="4371900" cy="212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</p:grpSp>
      <p:sp>
        <p:nvSpPr>
          <p:cNvPr id="360" name="Google Shape;360;p25"/>
          <p:cNvSpPr/>
          <p:nvPr/>
        </p:nvSpPr>
        <p:spPr>
          <a:xfrm>
            <a:off x="321000" y="321000"/>
            <a:ext cx="8502000" cy="4501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361" name="Google Shape;361;p25"/>
          <p:cNvSpPr txBox="1"/>
          <p:nvPr>
            <p:ph type="title"/>
          </p:nvPr>
        </p:nvSpPr>
        <p:spPr>
          <a:xfrm>
            <a:off x="720000" y="652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62" name="Google Shape;362;p25"/>
          <p:cNvGrpSpPr/>
          <p:nvPr/>
        </p:nvGrpSpPr>
        <p:grpSpPr>
          <a:xfrm>
            <a:off x="571950" y="426950"/>
            <a:ext cx="8000100" cy="225513"/>
            <a:chOff x="571950" y="426950"/>
            <a:chExt cx="8000100" cy="225513"/>
          </a:xfrm>
        </p:grpSpPr>
        <p:cxnSp>
          <p:nvCxnSpPr>
            <p:cNvPr id="363" name="Google Shape;363;p25"/>
            <p:cNvCxnSpPr/>
            <p:nvPr/>
          </p:nvCxnSpPr>
          <p:spPr>
            <a:xfrm>
              <a:off x="571950" y="652463"/>
              <a:ext cx="8000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64" name="Google Shape;364;p25"/>
            <p:cNvGrpSpPr/>
            <p:nvPr/>
          </p:nvGrpSpPr>
          <p:grpSpPr>
            <a:xfrm>
              <a:off x="7795650" y="426950"/>
              <a:ext cx="751350" cy="160500"/>
              <a:chOff x="7481600" y="464825"/>
              <a:chExt cx="751350" cy="160500"/>
            </a:xfrm>
          </p:grpSpPr>
          <p:sp>
            <p:nvSpPr>
              <p:cNvPr id="365" name="Google Shape;365;p25"/>
              <p:cNvSpPr/>
              <p:nvPr/>
            </p:nvSpPr>
            <p:spPr>
              <a:xfrm>
                <a:off x="7481600" y="464825"/>
                <a:ext cx="160500" cy="160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366" name="Google Shape;366;p25"/>
              <p:cNvSpPr/>
              <p:nvPr/>
            </p:nvSpPr>
            <p:spPr>
              <a:xfrm>
                <a:off x="7777025" y="464825"/>
                <a:ext cx="160500" cy="160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367" name="Google Shape;367;p25"/>
              <p:cNvSpPr/>
              <p:nvPr/>
            </p:nvSpPr>
            <p:spPr>
              <a:xfrm>
                <a:off x="8072450" y="464825"/>
                <a:ext cx="160500" cy="16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1_1_1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9" name="Google Shape;369;p26"/>
          <p:cNvGrpSpPr/>
          <p:nvPr/>
        </p:nvGrpSpPr>
        <p:grpSpPr>
          <a:xfrm>
            <a:off x="0" y="-1998450"/>
            <a:ext cx="9144000" cy="4371900"/>
            <a:chOff x="0" y="2070625"/>
            <a:chExt cx="9144000" cy="4371900"/>
          </a:xfrm>
        </p:grpSpPr>
        <p:sp>
          <p:nvSpPr>
            <p:cNvPr id="370" name="Google Shape;370;p26"/>
            <p:cNvSpPr/>
            <p:nvPr/>
          </p:nvSpPr>
          <p:spPr>
            <a:xfrm rot="5400000">
              <a:off x="5896050" y="3194575"/>
              <a:ext cx="4371900" cy="212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sp>
          <p:nvSpPr>
            <p:cNvPr id="371" name="Google Shape;371;p26"/>
            <p:cNvSpPr/>
            <p:nvPr/>
          </p:nvSpPr>
          <p:spPr>
            <a:xfrm rot="5400000">
              <a:off x="-1123950" y="3194575"/>
              <a:ext cx="4371900" cy="212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</p:grpSp>
      <p:sp>
        <p:nvSpPr>
          <p:cNvPr id="372" name="Google Shape;372;p26"/>
          <p:cNvSpPr/>
          <p:nvPr/>
        </p:nvSpPr>
        <p:spPr>
          <a:xfrm>
            <a:off x="321000" y="321000"/>
            <a:ext cx="8502000" cy="4501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373" name="Google Shape;373;p26"/>
          <p:cNvSpPr txBox="1"/>
          <p:nvPr>
            <p:ph type="title"/>
          </p:nvPr>
        </p:nvSpPr>
        <p:spPr>
          <a:xfrm>
            <a:off x="720000" y="652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74" name="Google Shape;374;p26"/>
          <p:cNvGrpSpPr/>
          <p:nvPr/>
        </p:nvGrpSpPr>
        <p:grpSpPr>
          <a:xfrm>
            <a:off x="571950" y="426950"/>
            <a:ext cx="8000100" cy="225513"/>
            <a:chOff x="571950" y="426950"/>
            <a:chExt cx="8000100" cy="225513"/>
          </a:xfrm>
        </p:grpSpPr>
        <p:cxnSp>
          <p:nvCxnSpPr>
            <p:cNvPr id="375" name="Google Shape;375;p26"/>
            <p:cNvCxnSpPr/>
            <p:nvPr/>
          </p:nvCxnSpPr>
          <p:spPr>
            <a:xfrm>
              <a:off x="571950" y="652463"/>
              <a:ext cx="8000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76" name="Google Shape;376;p26"/>
            <p:cNvGrpSpPr/>
            <p:nvPr/>
          </p:nvGrpSpPr>
          <p:grpSpPr>
            <a:xfrm>
              <a:off x="7795650" y="426950"/>
              <a:ext cx="751350" cy="160500"/>
              <a:chOff x="7481600" y="464825"/>
              <a:chExt cx="751350" cy="160500"/>
            </a:xfrm>
          </p:grpSpPr>
          <p:sp>
            <p:nvSpPr>
              <p:cNvPr id="377" name="Google Shape;377;p26"/>
              <p:cNvSpPr/>
              <p:nvPr/>
            </p:nvSpPr>
            <p:spPr>
              <a:xfrm>
                <a:off x="7481600" y="464825"/>
                <a:ext cx="160500" cy="160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378" name="Google Shape;378;p26"/>
              <p:cNvSpPr/>
              <p:nvPr/>
            </p:nvSpPr>
            <p:spPr>
              <a:xfrm>
                <a:off x="7777025" y="464825"/>
                <a:ext cx="160500" cy="160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379" name="Google Shape;379;p26"/>
              <p:cNvSpPr/>
              <p:nvPr/>
            </p:nvSpPr>
            <p:spPr>
              <a:xfrm>
                <a:off x="8072450" y="464825"/>
                <a:ext cx="160500" cy="16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1" name="Google Shape;381;p27"/>
          <p:cNvGrpSpPr/>
          <p:nvPr/>
        </p:nvGrpSpPr>
        <p:grpSpPr>
          <a:xfrm flipH="1">
            <a:off x="-574312" y="-334150"/>
            <a:ext cx="10292625" cy="5811800"/>
            <a:chOff x="78725" y="-668300"/>
            <a:chExt cx="10292625" cy="5811800"/>
          </a:xfrm>
        </p:grpSpPr>
        <p:sp>
          <p:nvSpPr>
            <p:cNvPr id="382" name="Google Shape;382;p27"/>
            <p:cNvSpPr/>
            <p:nvPr/>
          </p:nvSpPr>
          <p:spPr>
            <a:xfrm rot="5400000">
              <a:off x="7123400" y="455650"/>
              <a:ext cx="4371900" cy="212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sp>
          <p:nvSpPr>
            <p:cNvPr id="383" name="Google Shape;383;p27"/>
            <p:cNvSpPr/>
            <p:nvPr/>
          </p:nvSpPr>
          <p:spPr>
            <a:xfrm rot="5400000">
              <a:off x="-1045225" y="1895550"/>
              <a:ext cx="4371900" cy="212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</p:grpSp>
      <p:sp>
        <p:nvSpPr>
          <p:cNvPr id="384" name="Google Shape;384;p27"/>
          <p:cNvSpPr/>
          <p:nvPr/>
        </p:nvSpPr>
        <p:spPr>
          <a:xfrm>
            <a:off x="321000" y="321000"/>
            <a:ext cx="8502000" cy="4501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grpSp>
        <p:nvGrpSpPr>
          <p:cNvPr id="385" name="Google Shape;385;p27"/>
          <p:cNvGrpSpPr/>
          <p:nvPr/>
        </p:nvGrpSpPr>
        <p:grpSpPr>
          <a:xfrm>
            <a:off x="571950" y="426950"/>
            <a:ext cx="8000100" cy="225513"/>
            <a:chOff x="571950" y="426950"/>
            <a:chExt cx="8000100" cy="225513"/>
          </a:xfrm>
        </p:grpSpPr>
        <p:cxnSp>
          <p:nvCxnSpPr>
            <p:cNvPr id="386" name="Google Shape;386;p27"/>
            <p:cNvCxnSpPr/>
            <p:nvPr/>
          </p:nvCxnSpPr>
          <p:spPr>
            <a:xfrm>
              <a:off x="571950" y="652463"/>
              <a:ext cx="8000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87" name="Google Shape;387;p27"/>
            <p:cNvGrpSpPr/>
            <p:nvPr/>
          </p:nvGrpSpPr>
          <p:grpSpPr>
            <a:xfrm>
              <a:off x="7795650" y="426950"/>
              <a:ext cx="751350" cy="160500"/>
              <a:chOff x="7481600" y="464825"/>
              <a:chExt cx="751350" cy="160500"/>
            </a:xfrm>
          </p:grpSpPr>
          <p:sp>
            <p:nvSpPr>
              <p:cNvPr id="388" name="Google Shape;388;p27"/>
              <p:cNvSpPr/>
              <p:nvPr/>
            </p:nvSpPr>
            <p:spPr>
              <a:xfrm>
                <a:off x="7481600" y="464825"/>
                <a:ext cx="160500" cy="160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389" name="Google Shape;389;p27"/>
              <p:cNvSpPr/>
              <p:nvPr/>
            </p:nvSpPr>
            <p:spPr>
              <a:xfrm>
                <a:off x="7777025" y="464825"/>
                <a:ext cx="160500" cy="160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390" name="Google Shape;390;p27"/>
              <p:cNvSpPr/>
              <p:nvPr/>
            </p:nvSpPr>
            <p:spPr>
              <a:xfrm>
                <a:off x="8072450" y="464825"/>
                <a:ext cx="160500" cy="16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</p:grpSp>
      </p:grpSp>
      <p:sp>
        <p:nvSpPr>
          <p:cNvPr id="391" name="Google Shape;391;p27"/>
          <p:cNvSpPr txBox="1"/>
          <p:nvPr>
            <p:ph type="title" hasCustomPrompt="1"/>
          </p:nvPr>
        </p:nvSpPr>
        <p:spPr>
          <a:xfrm>
            <a:off x="2669700" y="1273775"/>
            <a:ext cx="3804600" cy="73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2" name="Google Shape;392;p27"/>
          <p:cNvSpPr txBox="1"/>
          <p:nvPr>
            <p:ph type="subTitle" idx="1"/>
          </p:nvPr>
        </p:nvSpPr>
        <p:spPr>
          <a:xfrm>
            <a:off x="2669700" y="2005169"/>
            <a:ext cx="38046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3" name="Google Shape;393;p27"/>
          <p:cNvSpPr txBox="1"/>
          <p:nvPr>
            <p:ph type="title" idx="2" hasCustomPrompt="1"/>
          </p:nvPr>
        </p:nvSpPr>
        <p:spPr>
          <a:xfrm>
            <a:off x="713225" y="2925028"/>
            <a:ext cx="3804600" cy="73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4" name="Google Shape;394;p27"/>
          <p:cNvSpPr txBox="1"/>
          <p:nvPr>
            <p:ph type="subTitle" idx="3"/>
          </p:nvPr>
        </p:nvSpPr>
        <p:spPr>
          <a:xfrm>
            <a:off x="713225" y="3656423"/>
            <a:ext cx="38046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5" name="Google Shape;395;p27"/>
          <p:cNvSpPr txBox="1"/>
          <p:nvPr>
            <p:ph type="title" idx="4" hasCustomPrompt="1"/>
          </p:nvPr>
        </p:nvSpPr>
        <p:spPr>
          <a:xfrm>
            <a:off x="4626175" y="2925031"/>
            <a:ext cx="3804600" cy="73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6" name="Google Shape;396;p27"/>
          <p:cNvSpPr txBox="1"/>
          <p:nvPr>
            <p:ph type="subTitle" idx="5"/>
          </p:nvPr>
        </p:nvSpPr>
        <p:spPr>
          <a:xfrm>
            <a:off x="4626175" y="3656426"/>
            <a:ext cx="38046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8" name="Google Shape;398;p28"/>
          <p:cNvGrpSpPr/>
          <p:nvPr/>
        </p:nvGrpSpPr>
        <p:grpSpPr>
          <a:xfrm>
            <a:off x="4645625" y="-225325"/>
            <a:ext cx="4371900" cy="5594150"/>
            <a:chOff x="4645625" y="-225325"/>
            <a:chExt cx="4371900" cy="5594150"/>
          </a:xfrm>
        </p:grpSpPr>
        <p:sp>
          <p:nvSpPr>
            <p:cNvPr id="399" name="Google Shape;399;p28"/>
            <p:cNvSpPr/>
            <p:nvPr/>
          </p:nvSpPr>
          <p:spPr>
            <a:xfrm flipH="1">
              <a:off x="4645625" y="-225325"/>
              <a:ext cx="4371900" cy="212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sp>
          <p:nvSpPr>
            <p:cNvPr id="400" name="Google Shape;400;p28"/>
            <p:cNvSpPr/>
            <p:nvPr/>
          </p:nvSpPr>
          <p:spPr>
            <a:xfrm flipH="1">
              <a:off x="4645625" y="3244825"/>
              <a:ext cx="4371900" cy="212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142875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</p:grpSp>
      <p:sp>
        <p:nvSpPr>
          <p:cNvPr id="401" name="Google Shape;401;p28"/>
          <p:cNvSpPr/>
          <p:nvPr/>
        </p:nvSpPr>
        <p:spPr>
          <a:xfrm>
            <a:off x="321000" y="321000"/>
            <a:ext cx="8502000" cy="4501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402" name="Google Shape;402;p28"/>
          <p:cNvSpPr txBox="1"/>
          <p:nvPr>
            <p:ph type="title"/>
          </p:nvPr>
        </p:nvSpPr>
        <p:spPr>
          <a:xfrm>
            <a:off x="713226" y="1150700"/>
            <a:ext cx="3858900" cy="91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03" name="Google Shape;403;p28"/>
          <p:cNvSpPr txBox="1"/>
          <p:nvPr>
            <p:ph type="subTitle" idx="1"/>
          </p:nvPr>
        </p:nvSpPr>
        <p:spPr>
          <a:xfrm>
            <a:off x="713225" y="1919491"/>
            <a:ext cx="3858900" cy="10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28"/>
          <p:cNvSpPr txBox="1"/>
          <p:nvPr/>
        </p:nvSpPr>
        <p:spPr>
          <a:xfrm>
            <a:off x="713225" y="3060625"/>
            <a:ext cx="38589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CREDITS:</a:t>
            </a:r>
            <a:r>
              <a:rPr lang="en-GB" sz="1200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 This presentation template was created by </a:t>
            </a:r>
            <a:r>
              <a:rPr lang="en-GB" sz="1200" b="1" u="sng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  <a:hlinkClick r:id="rId2"/>
              </a:rPr>
              <a:t>Slidesgo</a:t>
            </a:r>
            <a:r>
              <a:rPr lang="en-GB" sz="1200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, and includes icons by </a:t>
            </a:r>
            <a:r>
              <a:rPr lang="en-GB" sz="1200" b="1" u="sng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  <a:hlinkClick r:id="rId3"/>
              </a:rPr>
              <a:t>Flaticon</a:t>
            </a:r>
            <a:r>
              <a:rPr lang="en-GB" sz="1200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, and infographics &amp; images by </a:t>
            </a:r>
            <a:r>
              <a:rPr lang="en-GB" sz="1200" b="1" u="sng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  <a:hlinkClick r:id="rId4"/>
              </a:rPr>
              <a:t>Freepik</a:t>
            </a:r>
            <a:r>
              <a:rPr lang="en-GB" sz="1200" u="sng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 </a:t>
            </a:r>
            <a:endParaRPr sz="1200" b="1" u="sng">
              <a:solidFill>
                <a:schemeClr val="dk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</p:txBody>
      </p:sp>
      <p:grpSp>
        <p:nvGrpSpPr>
          <p:cNvPr id="405" name="Google Shape;405;p28"/>
          <p:cNvGrpSpPr/>
          <p:nvPr/>
        </p:nvGrpSpPr>
        <p:grpSpPr>
          <a:xfrm>
            <a:off x="571950" y="426950"/>
            <a:ext cx="8000100" cy="225513"/>
            <a:chOff x="571950" y="426950"/>
            <a:chExt cx="8000100" cy="225513"/>
          </a:xfrm>
        </p:grpSpPr>
        <p:cxnSp>
          <p:nvCxnSpPr>
            <p:cNvPr id="406" name="Google Shape;406;p28"/>
            <p:cNvCxnSpPr/>
            <p:nvPr/>
          </p:nvCxnSpPr>
          <p:spPr>
            <a:xfrm>
              <a:off x="571950" y="652463"/>
              <a:ext cx="8000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07" name="Google Shape;407;p28"/>
            <p:cNvGrpSpPr/>
            <p:nvPr/>
          </p:nvGrpSpPr>
          <p:grpSpPr>
            <a:xfrm>
              <a:off x="7795650" y="426950"/>
              <a:ext cx="751350" cy="160500"/>
              <a:chOff x="7481600" y="464825"/>
              <a:chExt cx="751350" cy="160500"/>
            </a:xfrm>
          </p:grpSpPr>
          <p:sp>
            <p:nvSpPr>
              <p:cNvPr id="408" name="Google Shape;408;p28"/>
              <p:cNvSpPr/>
              <p:nvPr/>
            </p:nvSpPr>
            <p:spPr>
              <a:xfrm>
                <a:off x="7481600" y="464825"/>
                <a:ext cx="160500" cy="160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409" name="Google Shape;409;p28"/>
              <p:cNvSpPr/>
              <p:nvPr/>
            </p:nvSpPr>
            <p:spPr>
              <a:xfrm>
                <a:off x="7777025" y="464825"/>
                <a:ext cx="160500" cy="160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410" name="Google Shape;410;p28"/>
              <p:cNvSpPr/>
              <p:nvPr/>
            </p:nvSpPr>
            <p:spPr>
              <a:xfrm>
                <a:off x="8072450" y="464825"/>
                <a:ext cx="160500" cy="16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bg>
      <p:bgPr>
        <a:solidFill>
          <a:schemeClr val="accent1"/>
        </a:solidFill>
        <a:effectLst/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9"/>
          <p:cNvSpPr/>
          <p:nvPr/>
        </p:nvSpPr>
        <p:spPr>
          <a:xfrm>
            <a:off x="321000" y="321000"/>
            <a:ext cx="8502000" cy="4501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grpSp>
        <p:nvGrpSpPr>
          <p:cNvPr id="413" name="Google Shape;413;p29"/>
          <p:cNvGrpSpPr/>
          <p:nvPr/>
        </p:nvGrpSpPr>
        <p:grpSpPr>
          <a:xfrm>
            <a:off x="571950" y="426950"/>
            <a:ext cx="8000100" cy="225513"/>
            <a:chOff x="571950" y="426950"/>
            <a:chExt cx="8000100" cy="225513"/>
          </a:xfrm>
        </p:grpSpPr>
        <p:cxnSp>
          <p:nvCxnSpPr>
            <p:cNvPr id="414" name="Google Shape;414;p29"/>
            <p:cNvCxnSpPr/>
            <p:nvPr/>
          </p:nvCxnSpPr>
          <p:spPr>
            <a:xfrm>
              <a:off x="571950" y="652463"/>
              <a:ext cx="8000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15" name="Google Shape;415;p29"/>
            <p:cNvGrpSpPr/>
            <p:nvPr/>
          </p:nvGrpSpPr>
          <p:grpSpPr>
            <a:xfrm>
              <a:off x="7795650" y="426950"/>
              <a:ext cx="751350" cy="160500"/>
              <a:chOff x="7481600" y="464825"/>
              <a:chExt cx="751350" cy="160500"/>
            </a:xfrm>
          </p:grpSpPr>
          <p:sp>
            <p:nvSpPr>
              <p:cNvPr id="416" name="Google Shape;416;p29"/>
              <p:cNvSpPr/>
              <p:nvPr/>
            </p:nvSpPr>
            <p:spPr>
              <a:xfrm>
                <a:off x="7481600" y="464825"/>
                <a:ext cx="160500" cy="160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417" name="Google Shape;417;p29"/>
              <p:cNvSpPr/>
              <p:nvPr/>
            </p:nvSpPr>
            <p:spPr>
              <a:xfrm>
                <a:off x="7777025" y="464825"/>
                <a:ext cx="160500" cy="160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418" name="Google Shape;418;p29"/>
              <p:cNvSpPr/>
              <p:nvPr/>
            </p:nvSpPr>
            <p:spPr>
              <a:xfrm>
                <a:off x="8072450" y="464825"/>
                <a:ext cx="160500" cy="16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0"/>
          <p:cNvSpPr/>
          <p:nvPr/>
        </p:nvSpPr>
        <p:spPr>
          <a:xfrm>
            <a:off x="321000" y="321000"/>
            <a:ext cx="8502000" cy="4501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2875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grpSp>
        <p:nvGrpSpPr>
          <p:cNvPr id="421" name="Google Shape;421;p30"/>
          <p:cNvGrpSpPr/>
          <p:nvPr/>
        </p:nvGrpSpPr>
        <p:grpSpPr>
          <a:xfrm>
            <a:off x="571950" y="426950"/>
            <a:ext cx="8000100" cy="225513"/>
            <a:chOff x="571950" y="426950"/>
            <a:chExt cx="8000100" cy="225513"/>
          </a:xfrm>
        </p:grpSpPr>
        <p:cxnSp>
          <p:nvCxnSpPr>
            <p:cNvPr id="422" name="Google Shape;422;p30"/>
            <p:cNvCxnSpPr/>
            <p:nvPr/>
          </p:nvCxnSpPr>
          <p:spPr>
            <a:xfrm>
              <a:off x="571950" y="652463"/>
              <a:ext cx="8000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23" name="Google Shape;423;p30"/>
            <p:cNvGrpSpPr/>
            <p:nvPr/>
          </p:nvGrpSpPr>
          <p:grpSpPr>
            <a:xfrm>
              <a:off x="571950" y="426950"/>
              <a:ext cx="751350" cy="160500"/>
              <a:chOff x="7481600" y="464825"/>
              <a:chExt cx="751350" cy="160500"/>
            </a:xfrm>
          </p:grpSpPr>
          <p:sp>
            <p:nvSpPr>
              <p:cNvPr id="424" name="Google Shape;424;p30"/>
              <p:cNvSpPr/>
              <p:nvPr/>
            </p:nvSpPr>
            <p:spPr>
              <a:xfrm>
                <a:off x="7481600" y="464825"/>
                <a:ext cx="160500" cy="160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425" name="Google Shape;425;p30"/>
              <p:cNvSpPr/>
              <p:nvPr/>
            </p:nvSpPr>
            <p:spPr>
              <a:xfrm>
                <a:off x="7777025" y="464825"/>
                <a:ext cx="160500" cy="160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  <p:sp>
            <p:nvSpPr>
              <p:cNvPr id="426" name="Google Shape;426;p30"/>
              <p:cNvSpPr/>
              <p:nvPr/>
            </p:nvSpPr>
            <p:spPr>
              <a:xfrm>
                <a:off x="8072450" y="464825"/>
                <a:ext cx="160500" cy="16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0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65247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Mono Medium"/>
              <a:buNone/>
              <a:defRPr sz="2800">
                <a:solidFill>
                  <a:schemeClr val="dk1"/>
                </a:solidFill>
                <a:latin typeface="Red Hat Mono Medium"/>
                <a:ea typeface="Red Hat Mono Medium"/>
                <a:cs typeface="Red Hat Mono Medium"/>
                <a:sym typeface="Red Hat Mon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Mono" panose="02010509040201060303"/>
              <a:buNone/>
              <a:defRPr sz="2800">
                <a:solidFill>
                  <a:schemeClr val="dk1"/>
                </a:solidFill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Mono" panose="02010509040201060303"/>
              <a:buNone/>
              <a:defRPr sz="2800">
                <a:solidFill>
                  <a:schemeClr val="dk1"/>
                </a:solidFill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Mono" panose="02010509040201060303"/>
              <a:buNone/>
              <a:defRPr sz="2800">
                <a:solidFill>
                  <a:schemeClr val="dk1"/>
                </a:solidFill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Mono" panose="02010509040201060303"/>
              <a:buNone/>
              <a:defRPr sz="2800">
                <a:solidFill>
                  <a:schemeClr val="dk1"/>
                </a:solidFill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Mono" panose="02010509040201060303"/>
              <a:buNone/>
              <a:defRPr sz="2800">
                <a:solidFill>
                  <a:schemeClr val="dk1"/>
                </a:solidFill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Mono" panose="02010509040201060303"/>
              <a:buNone/>
              <a:defRPr sz="2800">
                <a:solidFill>
                  <a:schemeClr val="dk1"/>
                </a:solidFill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Mono" panose="02010509040201060303"/>
              <a:buNone/>
              <a:defRPr sz="2800">
                <a:solidFill>
                  <a:schemeClr val="dk1"/>
                </a:solidFill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Mono" panose="02010509040201060303"/>
              <a:buNone/>
              <a:defRPr sz="2800">
                <a:solidFill>
                  <a:schemeClr val="dk1"/>
                </a:solidFill>
                <a:latin typeface="Red Hat Mono" panose="02010509040201060303"/>
                <a:ea typeface="Red Hat Mono" panose="02010509040201060303"/>
                <a:cs typeface="Red Hat Mono" panose="02010509040201060303"/>
                <a:sym typeface="Red Hat Mono" panose="02010509040201060303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 panose="020B0503050000020004"/>
              <a:buChar char="●"/>
              <a:defRPr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 panose="020B0503050000020004"/>
              <a:buChar char="○"/>
              <a:defRPr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 panose="020B0503050000020004"/>
              <a:buChar char="■"/>
              <a:defRPr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 panose="020B0503050000020004"/>
              <a:buChar char="●"/>
              <a:defRPr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 panose="020B0503050000020004"/>
              <a:buChar char="○"/>
              <a:defRPr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 panose="020B0503050000020004"/>
              <a:buChar char="■"/>
              <a:defRPr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 panose="020B0503050000020004"/>
              <a:buChar char="●"/>
              <a:defRPr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 panose="020B0503050000020004"/>
              <a:buChar char="○"/>
              <a:defRPr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 panose="020B0503050000020004"/>
              <a:buChar char="■"/>
              <a:defRPr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shorturl.at/JuBM2" TargetMode="External"/><Relationship Id="rId1" Type="http://schemas.openxmlformats.org/officeDocument/2006/relationships/hyperlink" Target="https://shorturl.at/s9yn3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1"/>
          <p:cNvSpPr txBox="1"/>
          <p:nvPr>
            <p:ph type="ctrTitle"/>
          </p:nvPr>
        </p:nvSpPr>
        <p:spPr>
          <a:xfrm>
            <a:off x="902100" y="808275"/>
            <a:ext cx="8241900" cy="183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300">
                <a:solidFill>
                  <a:srgbClr val="212121"/>
                </a:solidFill>
                <a:highlight>
                  <a:srgbClr val="FCE5CD"/>
                </a:highlight>
                <a:latin typeface="Fira Sans Medium"/>
                <a:ea typeface="Fira Sans Medium"/>
                <a:cs typeface="Fira Sans Medium"/>
                <a:sym typeface="Fira Sans Medium"/>
              </a:rPr>
              <a:t>Image Colorization Using CNN</a:t>
            </a:r>
            <a:r>
              <a:rPr lang="en-GB">
                <a:highlight>
                  <a:srgbClr val="FCE5CD"/>
                </a:highlight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endParaRPr>
              <a:highlight>
                <a:srgbClr val="FCE5CD"/>
              </a:highlight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rgbClr val="FCE5CD"/>
              </a:highlight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32" name="Google Shape;432;p31"/>
          <p:cNvSpPr txBox="1"/>
          <p:nvPr>
            <p:ph type="subTitle" idx="1"/>
          </p:nvPr>
        </p:nvSpPr>
        <p:spPr>
          <a:xfrm>
            <a:off x="3241050" y="2646975"/>
            <a:ext cx="26619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highlight>
                  <a:srgbClr val="FCE5CD"/>
                </a:highlight>
              </a:rPr>
              <a:t>    </a:t>
            </a:r>
            <a:endParaRPr sz="1500" b="1">
              <a:highlight>
                <a:srgbClr val="FCE5CD"/>
              </a:highlight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highlight>
                <a:srgbClr val="FCE5CD"/>
              </a:highlight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chemeClr val="accent3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2"/>
          <p:cNvSpPr txBox="1"/>
          <p:nvPr>
            <p:ph type="title"/>
          </p:nvPr>
        </p:nvSpPr>
        <p:spPr>
          <a:xfrm>
            <a:off x="720000" y="652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Agenda</a:t>
            </a:r>
            <a:endParaRPr lang="en-GB"/>
          </a:p>
        </p:txBody>
      </p:sp>
      <p:sp>
        <p:nvSpPr>
          <p:cNvPr id="438" name="Google Shape;438;p32"/>
          <p:cNvSpPr txBox="1"/>
          <p:nvPr/>
        </p:nvSpPr>
        <p:spPr>
          <a:xfrm>
            <a:off x="966675" y="1432075"/>
            <a:ext cx="68739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 panose="020B0503050000020004"/>
              <a:buChar char="●"/>
            </a:pPr>
            <a:r>
              <a:rPr lang="en-GB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Motivation and Objective</a:t>
            </a:r>
            <a:endParaRPr>
              <a:solidFill>
                <a:schemeClr val="dk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 panose="020B0503050000020004"/>
              <a:buChar char="●"/>
            </a:pPr>
            <a:r>
              <a:rPr lang="en-GB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Data Preparation and Cleaning</a:t>
            </a:r>
            <a:endParaRPr>
              <a:solidFill>
                <a:schemeClr val="dk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 panose="020B0503050000020004"/>
              <a:buChar char="●"/>
            </a:pPr>
            <a:r>
              <a:rPr lang="en-GB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Model Building</a:t>
            </a:r>
            <a:endParaRPr>
              <a:solidFill>
                <a:schemeClr val="dk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 panose="020B0503050000020004"/>
              <a:buChar char="●"/>
            </a:pPr>
            <a:r>
              <a:rPr lang="en-GB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Training</a:t>
            </a:r>
            <a:endParaRPr>
              <a:solidFill>
                <a:schemeClr val="dk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 panose="020B0503050000020004"/>
              <a:buChar char="●"/>
            </a:pPr>
            <a:r>
              <a:rPr lang="en-GB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Web app</a:t>
            </a:r>
            <a:endParaRPr>
              <a:solidFill>
                <a:schemeClr val="dk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 panose="020B0503050000020004"/>
              <a:buChar char="●"/>
            </a:pPr>
            <a:r>
              <a:rPr lang="en-GB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Demo</a:t>
            </a:r>
            <a:endParaRPr>
              <a:solidFill>
                <a:schemeClr val="dk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 panose="020B0503050000020004"/>
              <a:buChar char="●"/>
            </a:pPr>
            <a:r>
              <a:rPr lang="en-GB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Conclusions</a:t>
            </a:r>
            <a:endParaRPr>
              <a:solidFill>
                <a:schemeClr val="dk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 panose="020B0503050000020004"/>
              <a:buChar char="●"/>
            </a:pPr>
            <a:r>
              <a:rPr lang="en-GB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Limitations</a:t>
            </a:r>
            <a:endParaRPr>
              <a:solidFill>
                <a:schemeClr val="dk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 panose="020B0503050000020004"/>
              <a:buChar char="●"/>
            </a:pPr>
            <a:r>
              <a:rPr lang="en-GB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Q/A</a:t>
            </a:r>
            <a:endParaRPr>
              <a:solidFill>
                <a:schemeClr val="dk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3"/>
          <p:cNvSpPr txBox="1"/>
          <p:nvPr>
            <p:ph type="title"/>
          </p:nvPr>
        </p:nvSpPr>
        <p:spPr>
          <a:xfrm>
            <a:off x="716550" y="88355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Motivation</a:t>
            </a:r>
            <a:endParaRPr sz="3000"/>
          </a:p>
        </p:txBody>
      </p:sp>
      <p:sp>
        <p:nvSpPr>
          <p:cNvPr id="444" name="Google Shape;444;p33"/>
          <p:cNvSpPr txBox="1"/>
          <p:nvPr>
            <p:ph type="subTitle" idx="1"/>
          </p:nvPr>
        </p:nvSpPr>
        <p:spPr>
          <a:xfrm>
            <a:off x="716550" y="1637525"/>
            <a:ext cx="5975700" cy="261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/>
              <a:t>To understand how the NN handles image data</a:t>
            </a:r>
            <a:endParaRPr lang="en-GB"/>
          </a:p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-GB"/>
              <a:t>Understand CNN</a:t>
            </a:r>
            <a:endParaRPr lang="en-GB"/>
          </a:p>
          <a:p>
            <a:pPr marL="457200" lvl="0" indent="-336550" algn="l" rtl="0"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lang="en-GB"/>
              <a:t>Train CNN from scratch</a:t>
            </a:r>
            <a:endParaRPr lang="en-GB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4"/>
          <p:cNvSpPr txBox="1"/>
          <p:nvPr>
            <p:ph type="title"/>
          </p:nvPr>
        </p:nvSpPr>
        <p:spPr>
          <a:xfrm>
            <a:off x="780850" y="9864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Objective</a:t>
            </a:r>
            <a:endParaRPr sz="3000"/>
          </a:p>
        </p:txBody>
      </p:sp>
      <p:sp>
        <p:nvSpPr>
          <p:cNvPr id="450" name="Google Shape;450;p34"/>
          <p:cNvSpPr txBox="1"/>
          <p:nvPr>
            <p:ph type="subTitle" idx="1"/>
          </p:nvPr>
        </p:nvSpPr>
        <p:spPr>
          <a:xfrm>
            <a:off x="728500" y="1559125"/>
            <a:ext cx="6284100" cy="261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endParaRPr sz="1500"/>
          </a:p>
          <a:p>
            <a:pPr marL="457200" lvl="0" indent="-336550" algn="l" rtl="0"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lang="en-GB" sz="1500"/>
              <a:t>Given a grayscale image, produce the same image with added color.</a:t>
            </a:r>
            <a:endParaRPr sz="1500"/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Train CNN</a:t>
            </a:r>
            <a:endParaRPr sz="1500"/>
          </a:p>
          <a:p>
            <a:pPr marL="457200" lvl="0" indent="-336550" algn="l" rtl="0"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lang="en-GB" sz="1500"/>
              <a:t>Build a gradio web app as a final outcome.</a:t>
            </a:r>
            <a:endParaRPr sz="150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5"/>
          <p:cNvSpPr txBox="1"/>
          <p:nvPr>
            <p:ph type="title"/>
          </p:nvPr>
        </p:nvSpPr>
        <p:spPr>
          <a:xfrm>
            <a:off x="720000" y="652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</a:t>
            </a:r>
            <a:r>
              <a:rPr lang="en-GB"/>
              <a:t>Preparation</a:t>
            </a:r>
            <a:r>
              <a:rPr lang="en-GB"/>
              <a:t> and Cleaning</a:t>
            </a:r>
            <a:endParaRPr lang="en-GB"/>
          </a:p>
        </p:txBody>
      </p:sp>
      <p:sp>
        <p:nvSpPr>
          <p:cNvPr id="456" name="Google Shape;456;p35"/>
          <p:cNvSpPr txBox="1"/>
          <p:nvPr/>
        </p:nvSpPr>
        <p:spPr>
          <a:xfrm>
            <a:off x="895025" y="1563350"/>
            <a:ext cx="6873900" cy="25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Data source:</a:t>
            </a:r>
            <a:endParaRPr sz="2000">
              <a:solidFill>
                <a:schemeClr val="dk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 panose="020B0503050000020004"/>
              <a:buChar char="-"/>
            </a:pPr>
            <a:r>
              <a:rPr lang="en-GB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Kaggle: https://shorturl.at/s9yn3</a:t>
            </a:r>
            <a:endParaRPr>
              <a:solidFill>
                <a:schemeClr val="dk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 panose="020B0503050000020004"/>
              <a:buChar char="-"/>
            </a:pPr>
            <a:r>
              <a:rPr lang="en-GB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It contains 5000 train images and 739 test images</a:t>
            </a:r>
            <a:endParaRPr>
              <a:solidFill>
                <a:schemeClr val="dk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 panose="020B0503050000020004"/>
              <a:buChar char="-"/>
            </a:pPr>
            <a:r>
              <a:rPr lang="en-GB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Each image has size 400x400</a:t>
            </a:r>
            <a:endParaRPr>
              <a:solidFill>
                <a:schemeClr val="dk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Data preparation steps:</a:t>
            </a:r>
            <a:endParaRPr sz="2000">
              <a:solidFill>
                <a:schemeClr val="dk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 panose="020B0503050000020004"/>
              <a:buChar char="-"/>
            </a:pPr>
            <a:r>
              <a:rPr lang="en-GB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Remove false color images. There were 157 false color images.</a:t>
            </a:r>
            <a:endParaRPr>
              <a:solidFill>
                <a:schemeClr val="dk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 panose="020B0503050000020004"/>
              <a:buChar char="-"/>
            </a:pPr>
            <a:r>
              <a:rPr lang="en-GB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Resize to 256 x 256</a:t>
            </a:r>
            <a:endParaRPr>
              <a:solidFill>
                <a:schemeClr val="dk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 panose="020B0503050000020004"/>
              <a:buChar char="-"/>
            </a:pPr>
            <a:r>
              <a:rPr lang="en-GB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Convert RGB to LAB</a:t>
            </a:r>
            <a:endParaRPr>
              <a:solidFill>
                <a:schemeClr val="dk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6"/>
          <p:cNvSpPr txBox="1"/>
          <p:nvPr>
            <p:ph type="title"/>
          </p:nvPr>
        </p:nvSpPr>
        <p:spPr>
          <a:xfrm>
            <a:off x="720000" y="6524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 Building</a:t>
            </a:r>
            <a:endParaRPr lang="en-GB"/>
          </a:p>
        </p:txBody>
      </p:sp>
      <p:sp>
        <p:nvSpPr>
          <p:cNvPr id="462" name="Google Shape;462;p36"/>
          <p:cNvSpPr txBox="1"/>
          <p:nvPr>
            <p:ph type="body" idx="1"/>
          </p:nvPr>
        </p:nvSpPr>
        <p:spPr>
          <a:xfrm>
            <a:off x="720000" y="1342072"/>
            <a:ext cx="7704000" cy="282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Architecture</a:t>
            </a:r>
            <a:endParaRPr sz="20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Unet like custom neural network build in Pytorch</a:t>
            </a:r>
            <a:endParaRPr lang="en-GB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Main layers: Conv2d, BatchNorm2d, ConvTranspose2d, Relu</a:t>
            </a:r>
            <a:endParaRPr lang="en-GB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Kernel size: 4 x 4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Params</a:t>
            </a:r>
            <a:r>
              <a:rPr lang="en-GB"/>
              <a:t>: 364,3514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Input shape:</a:t>
            </a:r>
            <a:endParaRPr b="1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256 x 256 single channel image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Output shape:</a:t>
            </a:r>
            <a:endParaRPr b="1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256 x 256 dual(</a:t>
            </a:r>
            <a:r>
              <a:rPr lang="en-GB" b="1"/>
              <a:t>AB</a:t>
            </a:r>
            <a:r>
              <a:rPr lang="en-GB"/>
              <a:t>) channels</a:t>
            </a:r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7"/>
          <p:cNvSpPr txBox="1"/>
          <p:nvPr>
            <p:ph type="title"/>
          </p:nvPr>
        </p:nvSpPr>
        <p:spPr>
          <a:xfrm>
            <a:off x="720000" y="6524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 Training</a:t>
            </a:r>
            <a:endParaRPr lang="en-GB"/>
          </a:p>
        </p:txBody>
      </p:sp>
      <p:sp>
        <p:nvSpPr>
          <p:cNvPr id="468" name="Google Shape;468;p37"/>
          <p:cNvSpPr txBox="1"/>
          <p:nvPr>
            <p:ph type="body" idx="1"/>
          </p:nvPr>
        </p:nvSpPr>
        <p:spPr>
          <a:xfrm>
            <a:off x="875150" y="1363200"/>
            <a:ext cx="3468900" cy="241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-	Optimizer      : Adam</a:t>
            </a:r>
            <a:endParaRPr lang="en-GB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Loss Function: MSE</a:t>
            </a:r>
            <a:endParaRPr lang="en-GB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Hyperparameters:</a:t>
            </a:r>
            <a:endParaRPr lang="en-GB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Learning rate: 1e-3</a:t>
            </a:r>
            <a:endParaRPr lang="en-GB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Batch Size     : 96</a:t>
            </a:r>
            <a:endParaRPr lang="en-GB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Kernel Size    : 4 x 4</a:t>
            </a:r>
            <a:endParaRPr lang="en-GB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Epochs           </a:t>
            </a:r>
            <a:r>
              <a:rPr lang="en-GB"/>
              <a:t>: 300</a:t>
            </a:r>
            <a:endParaRPr lang="en-GB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Weight decay : 0.001</a:t>
            </a:r>
            <a:endParaRPr lang="en-GB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Train time: 5:37 hrs (Nvidia T4 - 2x)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9" name="Google Shape;469;p37"/>
          <p:cNvSpPr txBox="1"/>
          <p:nvPr/>
        </p:nvSpPr>
        <p:spPr>
          <a:xfrm>
            <a:off x="4964500" y="1444000"/>
            <a:ext cx="3580200" cy="23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Data Split:</a:t>
            </a:r>
            <a:endParaRPr b="1">
              <a:solidFill>
                <a:schemeClr val="dk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Train: 80%</a:t>
            </a:r>
            <a:endParaRPr>
              <a:solidFill>
                <a:schemeClr val="dk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Val    : 20%</a:t>
            </a:r>
            <a:endParaRPr>
              <a:solidFill>
                <a:schemeClr val="dk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Test  : hold out set</a:t>
            </a:r>
            <a:endParaRPr>
              <a:solidFill>
                <a:schemeClr val="dk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Results:</a:t>
            </a:r>
            <a:endParaRPr b="1">
              <a:solidFill>
                <a:schemeClr val="dk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Train MSE: 50</a:t>
            </a:r>
            <a:endParaRPr>
              <a:solidFill>
                <a:schemeClr val="dk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Val MSE   : 200</a:t>
            </a:r>
            <a:endParaRPr>
              <a:solidFill>
                <a:schemeClr val="dk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Test MSE : 215</a:t>
            </a:r>
            <a:endParaRPr>
              <a:solidFill>
                <a:schemeClr val="dk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8"/>
          <p:cNvSpPr txBox="1"/>
          <p:nvPr>
            <p:ph type="title"/>
          </p:nvPr>
        </p:nvSpPr>
        <p:spPr>
          <a:xfrm>
            <a:off x="720000" y="6524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Web App</a:t>
            </a:r>
            <a:endParaRPr lang="en-GB"/>
          </a:p>
        </p:txBody>
      </p:sp>
      <p:sp>
        <p:nvSpPr>
          <p:cNvPr id="475" name="Google Shape;475;p38"/>
          <p:cNvSpPr txBox="1"/>
          <p:nvPr>
            <p:ph type="body" idx="1"/>
          </p:nvPr>
        </p:nvSpPr>
        <p:spPr>
          <a:xfrm>
            <a:off x="720000" y="1342092"/>
            <a:ext cx="7704000" cy="29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Built using Gradio framework.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Steps:</a:t>
            </a:r>
            <a:endParaRPr b="1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/>
              <a:t>Takes b/w image</a:t>
            </a:r>
            <a:endParaRPr lang="en-GB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/>
              <a:t>Resize into 256x256 size</a:t>
            </a:r>
            <a:endParaRPr lang="en-GB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/>
              <a:t>Convert into LAB format.</a:t>
            </a:r>
            <a:endParaRPr lang="en-GB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/>
              <a:t>Make prediction</a:t>
            </a:r>
            <a:endParaRPr lang="en-GB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/>
              <a:t>Build RGB image and rescale back to original size</a:t>
            </a:r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9"/>
          <p:cNvSpPr txBox="1"/>
          <p:nvPr>
            <p:ph type="title"/>
          </p:nvPr>
        </p:nvSpPr>
        <p:spPr>
          <a:xfrm>
            <a:off x="720000" y="652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Screenshots</a:t>
            </a:r>
            <a:endParaRPr lang="en-GB"/>
          </a:p>
        </p:txBody>
      </p:sp>
      <p:pic>
        <p:nvPicPr>
          <p:cNvPr id="481" name="Google Shape;481;p39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942776" y="1390900"/>
            <a:ext cx="5403377" cy="3098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0"/>
          <p:cNvSpPr txBox="1"/>
          <p:nvPr>
            <p:ph type="title"/>
          </p:nvPr>
        </p:nvSpPr>
        <p:spPr>
          <a:xfrm>
            <a:off x="720000" y="652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Screenshots</a:t>
            </a:r>
            <a:endParaRPr lang="en-GB"/>
          </a:p>
        </p:txBody>
      </p:sp>
      <p:pic>
        <p:nvPicPr>
          <p:cNvPr id="487" name="Google Shape;487;p40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916175" y="1353325"/>
            <a:ext cx="5170100" cy="296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1"/>
          <p:cNvSpPr txBox="1"/>
          <p:nvPr>
            <p:ph type="title"/>
          </p:nvPr>
        </p:nvSpPr>
        <p:spPr>
          <a:xfrm>
            <a:off x="720000" y="652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DEMO</a:t>
            </a:r>
            <a:endParaRPr lang="en-GB"/>
          </a:p>
        </p:txBody>
      </p:sp>
      <p:sp>
        <p:nvSpPr>
          <p:cNvPr id="493" name="Google Shape;493;p41"/>
          <p:cNvSpPr txBox="1"/>
          <p:nvPr/>
        </p:nvSpPr>
        <p:spPr>
          <a:xfrm>
            <a:off x="1455925" y="1873625"/>
            <a:ext cx="6873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Lets see the demo.</a:t>
            </a:r>
            <a:endParaRPr>
              <a:solidFill>
                <a:schemeClr val="dk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2"/>
          <p:cNvSpPr txBox="1"/>
          <p:nvPr>
            <p:ph type="title"/>
          </p:nvPr>
        </p:nvSpPr>
        <p:spPr>
          <a:xfrm>
            <a:off x="720000" y="6524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</a:t>
            </a:r>
            <a:endParaRPr lang="en-GB"/>
          </a:p>
        </p:txBody>
      </p:sp>
      <p:sp>
        <p:nvSpPr>
          <p:cNvPr id="499" name="Google Shape;499;p42"/>
          <p:cNvSpPr txBox="1"/>
          <p:nvPr>
            <p:ph type="body" idx="1"/>
          </p:nvPr>
        </p:nvSpPr>
        <p:spPr>
          <a:xfrm>
            <a:off x="720000" y="1342090"/>
            <a:ext cx="7704000" cy="27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Trained U-net like architecture</a:t>
            </a:r>
            <a:endParaRPr lang="en-GB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Built functional web app for colorization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Lessons Learned:</a:t>
            </a:r>
            <a:endParaRPr b="1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Data quality is important than NN</a:t>
            </a:r>
            <a:endParaRPr lang="en-GB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SGD optimizer vs ADAM</a:t>
            </a:r>
            <a:endParaRPr lang="en-GB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How CNN works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3"/>
          <p:cNvSpPr txBox="1"/>
          <p:nvPr>
            <p:ph type="title"/>
          </p:nvPr>
        </p:nvSpPr>
        <p:spPr>
          <a:xfrm>
            <a:off x="720000" y="6524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Limitations</a:t>
            </a:r>
            <a:endParaRPr lang="en-GB"/>
          </a:p>
        </p:txBody>
      </p:sp>
      <p:sp>
        <p:nvSpPr>
          <p:cNvPr id="505" name="Google Shape;505;p43"/>
          <p:cNvSpPr txBox="1"/>
          <p:nvPr>
            <p:ph type="body" idx="1"/>
          </p:nvPr>
        </p:nvSpPr>
        <p:spPr>
          <a:xfrm>
            <a:off x="720000" y="1342063"/>
            <a:ext cx="7704000" cy="12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Despite regularization, model still has variance.</a:t>
            </a:r>
            <a:endParaRPr lang="en-GB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Model works best for square images than landscapes or vertical images, since model is trained on 256 x 256 square images.</a:t>
            </a:r>
            <a:endParaRPr 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44"/>
          <p:cNvSpPr txBox="1"/>
          <p:nvPr>
            <p:ph type="title"/>
          </p:nvPr>
        </p:nvSpPr>
        <p:spPr>
          <a:xfrm>
            <a:off x="720000" y="6524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Reference</a:t>
            </a:r>
            <a:endParaRPr lang="en-GB"/>
          </a:p>
        </p:txBody>
      </p:sp>
      <p:sp>
        <p:nvSpPr>
          <p:cNvPr id="511" name="Google Shape;511;p44"/>
          <p:cNvSpPr txBox="1"/>
          <p:nvPr>
            <p:ph type="body" idx="1"/>
          </p:nvPr>
        </p:nvSpPr>
        <p:spPr>
          <a:xfrm>
            <a:off x="720000" y="1342063"/>
            <a:ext cx="7704000" cy="12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Dataset : </a:t>
            </a:r>
            <a:r>
              <a:rPr lang="en-GB" u="sng">
                <a:solidFill>
                  <a:schemeClr val="hlink"/>
                </a:solidFill>
                <a:hlinkClick r:id="rId1"/>
              </a:rPr>
              <a:t>https://shorturl.at/s9yn3</a:t>
            </a:r>
            <a:endParaRPr lang="en-GB" u="sng">
              <a:solidFill>
                <a:schemeClr val="hlink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CNN Blog post: </a:t>
            </a:r>
            <a:r>
              <a:rPr lang="en-GB" u="sng">
                <a:solidFill>
                  <a:schemeClr val="hlink"/>
                </a:solidFill>
                <a:hlinkClick r:id="rId2"/>
              </a:rPr>
              <a:t>https://shorturl.at/JuBM2</a:t>
            </a:r>
            <a:endParaRPr lang="en-GB" u="sng">
              <a:solidFill>
                <a:schemeClr val="hlink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Colorization techniques: https://algoritmaonline.com/image-colorization/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45"/>
          <p:cNvSpPr txBox="1"/>
          <p:nvPr>
            <p:ph type="title"/>
          </p:nvPr>
        </p:nvSpPr>
        <p:spPr>
          <a:xfrm>
            <a:off x="839350" y="21561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/>
              <a:t>Q &amp; A</a:t>
            </a:r>
            <a:endParaRPr sz="5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6"/>
          <p:cNvSpPr txBox="1"/>
          <p:nvPr>
            <p:ph type="title"/>
          </p:nvPr>
        </p:nvSpPr>
        <p:spPr>
          <a:xfrm>
            <a:off x="1730700" y="2002200"/>
            <a:ext cx="5682600" cy="113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</a:t>
            </a:r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ia Literacy and Visual Text Analysis - Language Arts - 11th grade by Slidesgo">
  <a:themeElements>
    <a:clrScheme name="Simple Light">
      <a:dk1>
        <a:srgbClr val="212322"/>
      </a:dk1>
      <a:lt1>
        <a:srgbClr val="FFFFFF"/>
      </a:lt1>
      <a:dk2>
        <a:srgbClr val="53C4EE"/>
      </a:dk2>
      <a:lt2>
        <a:srgbClr val="2F42FE"/>
      </a:lt2>
      <a:accent1>
        <a:srgbClr val="FEE3DC"/>
      </a:accent1>
      <a:accent2>
        <a:srgbClr val="FB9DAD"/>
      </a:accent2>
      <a:accent3>
        <a:srgbClr val="F9F071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1926</Words>
  <Application>WPS Writer</Application>
  <PresentationFormat/>
  <Paragraphs>132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3" baseType="lpstr">
      <vt:lpstr>Arial</vt:lpstr>
      <vt:lpstr>SimSun</vt:lpstr>
      <vt:lpstr>Wingdings</vt:lpstr>
      <vt:lpstr>Arial</vt:lpstr>
      <vt:lpstr>Red Hat Mono Medium</vt:lpstr>
      <vt:lpstr>Red Hat Mono</vt:lpstr>
      <vt:lpstr>Fira Sans</vt:lpstr>
      <vt:lpstr>Lato</vt:lpstr>
      <vt:lpstr>Nunito Light</vt:lpstr>
      <vt:lpstr>Thonburi</vt:lpstr>
      <vt:lpstr>Fira Sans Light</vt:lpstr>
      <vt:lpstr>DM Sans</vt:lpstr>
      <vt:lpstr>Fira Sans Medium</vt:lpstr>
      <vt:lpstr>Microsoft YaHei</vt:lpstr>
      <vt:lpstr>汉仪旗黑</vt:lpstr>
      <vt:lpstr>Arial Unicode MS</vt:lpstr>
      <vt:lpstr>Media Literacy and Visual Text Analysis - Language Arts - 11th grade by Slidesgo</vt:lpstr>
      <vt:lpstr>Image Colorization Using CNN </vt:lpstr>
      <vt:lpstr>Agenda</vt:lpstr>
      <vt:lpstr>Motivation</vt:lpstr>
      <vt:lpstr>Objective</vt:lpstr>
      <vt:lpstr>Data Preparation and Cleaning</vt:lpstr>
      <vt:lpstr>Model Building</vt:lpstr>
      <vt:lpstr>Model Training</vt:lpstr>
      <vt:lpstr>Web App</vt:lpstr>
      <vt:lpstr>Screenshots</vt:lpstr>
      <vt:lpstr>Screenshots</vt:lpstr>
      <vt:lpstr>DEMO</vt:lpstr>
      <vt:lpstr>Conclusion</vt:lpstr>
      <vt:lpstr>Limitations</vt:lpstr>
      <vt:lpstr>Reference</vt:lpstr>
      <vt:lpstr>Q &amp; A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Colorization Using CNN </dc:title>
  <dc:creator/>
  <cp:lastModifiedBy>apple</cp:lastModifiedBy>
  <cp:revision>1</cp:revision>
  <dcterms:created xsi:type="dcterms:W3CDTF">2025-05-02T15:26:44Z</dcterms:created>
  <dcterms:modified xsi:type="dcterms:W3CDTF">2025-05-02T15:26:44Z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D8FBAD1B332DCF0B34E41468E59D3CAC_42</vt:lpwstr>
  </property>
  <property fmtid="{D5CDD505-2E9C-101B-9397-08002B2CF9AE}" pid="3" name="KSOProductBuildVer">
    <vt:lpwstr>1033-6.13.1.8710</vt:lpwstr>
  </property>
</Properties>
</file>